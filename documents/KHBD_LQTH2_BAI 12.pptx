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6" r:id="rId2"/>
    <p:sldId id="260" r:id="rId3"/>
    <p:sldId id="262" r:id="rId4"/>
    <p:sldId id="263" r:id="rId5"/>
    <p:sldId id="264" r:id="rId6"/>
    <p:sldId id="265" r:id="rId7"/>
    <p:sldId id="273" r:id="rId8"/>
    <p:sldId id="278" r:id="rId9"/>
    <p:sldId id="277" r:id="rId10"/>
    <p:sldId id="279" r:id="rId11"/>
    <p:sldId id="267" r:id="rId12"/>
    <p:sldId id="274" r:id="rId13"/>
    <p:sldId id="280" r:id="rId14"/>
    <p:sldId id="270" r:id="rId15"/>
    <p:sldId id="275" r:id="rId16"/>
    <p:sldId id="271" r:id="rId17"/>
  </p:sldIdLst>
  <p:sldSz cx="12192000" cy="6858000"/>
  <p:notesSz cx="6858000" cy="9144000"/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92"/>
    <a:srgbClr val="FCA821"/>
    <a:srgbClr val="239071"/>
    <a:srgbClr val="57C0D5"/>
    <a:srgbClr val="FFFFFF"/>
    <a:srgbClr val="D1E7E5"/>
    <a:srgbClr val="F2F2F2"/>
    <a:srgbClr val="F9FCFB"/>
    <a:srgbClr val="DC5389"/>
    <a:srgbClr val="F2E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2" autoAdjust="0"/>
    <p:restoredTop sz="98912" autoAdjust="0"/>
  </p:normalViewPr>
  <p:slideViewPr>
    <p:cSldViewPr snapToGrid="0">
      <p:cViewPr varScale="1">
        <p:scale>
          <a:sx n="95" d="100"/>
          <a:sy n="95" d="100"/>
        </p:scale>
        <p:origin x="98" y="25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3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85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94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969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AD508-A9F2-008E-97CF-FEDD4831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D1E627-942D-65E2-C5A6-67C49F11C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F47829-3D20-F681-8812-0CAF42DA3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668115-2A40-459E-2D01-2899EBE90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319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324F-DD4A-3DBD-D0ED-4E7C0ADB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D318E0-4260-5C24-13BB-E0A4388A6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D2CE4B-2A95-833A-71C6-1269240E1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7F970-C1D4-03DE-E8E0-ECED6CCF9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093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6683-18F2-B9A5-D729-2D7367FC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CE4A6A-F40C-84F1-8A07-DA5AF9F17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9AECB4-F1FD-4F53-1A40-6EA8C3057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2F8E1F-8696-B360-1015-DBE7F099D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576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315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8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030C-EF59-8323-8D46-F8A4EB0F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F098BB-6A97-3268-15C5-79D51971B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59A923-A278-9ABF-2413-F0E17CBCF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AB38D3-3BCE-4E15-2C26-968D7742A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403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25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84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8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2026/3/30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548B32-49C3-5683-F06A-3DB6856903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19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1025" y="511209"/>
            <a:ext cx="9105261" cy="1600438"/>
          </a:xfrm>
          <a:prstGeom prst="round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đề 4</a:t>
            </a:r>
          </a:p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02" y="3206695"/>
            <a:ext cx="12082795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vi-V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12: THAY ĐỔI CỞ CHỮ VÀ MÀU CHỮ TRONG WORDPAD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179414" y="512903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文本占位符 2"/>
          <p:cNvSpPr>
            <a:spLocks noGrp="1"/>
          </p:cNvSpPr>
          <p:nvPr>
            <p:ph type="body" idx="1"/>
          </p:nvPr>
        </p:nvSpPr>
        <p:spPr>
          <a:xfrm>
            <a:off x="345968" y="2003626"/>
            <a:ext cx="11144992" cy="2934133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7000"/>
            </a:schemeClr>
          </a:solidFill>
          <a:ln w="38100">
            <a:solidFill>
              <a:srgbClr val="57C0D5"/>
            </a:solidFill>
          </a:ln>
        </p:spPr>
        <p:txBody>
          <a:bodyPr/>
          <a:lstStyle/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chọn khối nội dung trong WordPad; </a:t>
            </a:r>
            <a:endParaRPr lang="en-US" sz="3600">
              <a:ln>
                <a:solidFill>
                  <a:srgbClr val="005092"/>
                </a:solidFill>
              </a:ln>
              <a:solidFill>
                <a:srgbClr val="0050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thay đổi cỡ chữ và màu chữ trong WordPad.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09728" y="181640"/>
            <a:ext cx="8734097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mở đầu (Khởi động)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43232" y="1050222"/>
            <a:ext cx="67794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Thử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thách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vi-V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“Ai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tinh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mắt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vi-V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728" y="1758108"/>
            <a:ext cx="10292621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Em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hãy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biết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giữa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2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đoạn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văn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vi-V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118326-006C-773B-43BE-003BCA271582}"/>
              </a:ext>
            </a:extLst>
          </p:cNvPr>
          <p:cNvSpPr/>
          <p:nvPr/>
        </p:nvSpPr>
        <p:spPr>
          <a:xfrm>
            <a:off x="1333850" y="2626690"/>
            <a:ext cx="8145710" cy="165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cha như núi Thái Sơn </a:t>
            </a:r>
          </a:p>
          <a:p>
            <a:pPr algn="ctr"/>
            <a:r>
              <a:rPr lang="vi-VN" sz="32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 mẹ như nước trong nguồn chảy ra.</a:t>
            </a:r>
            <a:endParaRPr lang="en-US" sz="32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7A929-EFFD-CBE5-0BE2-81A29F014EC0}"/>
              </a:ext>
            </a:extLst>
          </p:cNvPr>
          <p:cNvSpPr/>
          <p:nvPr/>
        </p:nvSpPr>
        <p:spPr>
          <a:xfrm>
            <a:off x="1333850" y="4356220"/>
            <a:ext cx="8145709" cy="165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vi-V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</a:t>
            </a:r>
            <a:r>
              <a:rPr lang="vi-VN" sz="320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như núi Thái Sơn </a:t>
            </a:r>
          </a:p>
          <a:p>
            <a:pPr algn="ctr"/>
            <a:r>
              <a:rPr lang="vi-VN" sz="320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 </a:t>
            </a:r>
            <a:r>
              <a:rPr lang="vi-V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vi-VN" sz="320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như nước trong nguồn chảy ra.</a:t>
            </a:r>
            <a:endParaRPr lang="en-US" sz="3200" dirty="0">
              <a:solidFill>
                <a:schemeClr val="tx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C5425-469D-FD51-091F-33CF48508D21}"/>
              </a:ext>
            </a:extLst>
          </p:cNvPr>
          <p:cNvSpPr/>
          <p:nvPr/>
        </p:nvSpPr>
        <p:spPr>
          <a:xfrm>
            <a:off x="1333850" y="4356219"/>
            <a:ext cx="8145710" cy="1651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cha như núi Thái Sơn </a:t>
            </a:r>
          </a:p>
          <a:p>
            <a:pPr algn="ctr"/>
            <a:r>
              <a:rPr lang="vi-VN" sz="3600" dirty="0">
                <a:solidFill>
                  <a:schemeClr val="tx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 mẹ như nước trong nguồn chảy ra.</a:t>
            </a:r>
            <a:endParaRPr lang="en-US" sz="3600" dirty="0">
              <a:solidFill>
                <a:schemeClr val="tx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64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9040980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5702" y="917466"/>
            <a:ext cx="61616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1. Chọn nội dung trong WordPad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1042" y="1507848"/>
            <a:ext cx="82999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Quan </a:t>
            </a:r>
            <a:r>
              <a:rPr lang="en-US" sz="2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sát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SGK </a:t>
            </a:r>
            <a:r>
              <a:rPr lang="en-US" sz="28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trang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40</a:t>
            </a: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932" y="2031068"/>
            <a:ext cx="6939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Ở bước 1, con trỏ chuột được đặt ở đâu?</a:t>
            </a:r>
            <a:endParaRPr lang="en-US" b="1" i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E30111-82BB-FDB2-0A82-993F387FF1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88" t="44370" r="51031" b="23630"/>
          <a:stretch/>
        </p:blipFill>
        <p:spPr>
          <a:xfrm>
            <a:off x="2152007" y="2653782"/>
            <a:ext cx="8299939" cy="378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0091" y="1278193"/>
            <a:ext cx="83959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Ở bước 2, chuột được thao tác như thế nào?</a:t>
            </a:r>
            <a:endParaRPr lang="en-US" b="1" i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B47B1D-28A1-FE2E-904C-2D756D0FDF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627" b="74505"/>
          <a:stretch/>
        </p:blipFill>
        <p:spPr>
          <a:xfrm>
            <a:off x="2105637" y="1834932"/>
            <a:ext cx="8924127" cy="464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1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6331" y="847961"/>
            <a:ext cx="37231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Thay đổi cỡ chữ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E8FC84-6448-F240-0146-33E7577ECA24}"/>
              </a:ext>
            </a:extLst>
          </p:cNvPr>
          <p:cNvSpPr/>
          <p:nvPr/>
        </p:nvSpPr>
        <p:spPr>
          <a:xfrm>
            <a:off x="944291" y="1494292"/>
            <a:ext cx="8932984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hãy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sát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SGK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41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 cho biết: muốn làm cho chữ </a:t>
            </a:r>
            <a:r>
              <a:rPr lang="vi-VN" sz="4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hơn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hoặc </a:t>
            </a:r>
            <a:r>
              <a:rPr lang="vi-V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nhỏ hơn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thì em cần thực hiện như thế nào?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DFEA4-F9B5-F644-5FD9-A428BF1A0697}"/>
              </a:ext>
            </a:extLst>
          </p:cNvPr>
          <p:cNvSpPr/>
          <p:nvPr/>
        </p:nvSpPr>
        <p:spPr>
          <a:xfrm>
            <a:off x="1012801" y="3494840"/>
            <a:ext cx="8932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Trước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đổi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cỡ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chữ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cần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làm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gì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với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dòng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chữ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đó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8668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9B38E4-7EB4-A7A4-4B2F-2F2F369A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360C3C44-191E-1658-8EBC-9CFB90C6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61857-B05A-91D0-0E51-BC85AC0F809F}"/>
              </a:ext>
            </a:extLst>
          </p:cNvPr>
          <p:cNvSpPr/>
          <p:nvPr/>
        </p:nvSpPr>
        <p:spPr>
          <a:xfrm>
            <a:off x="456331" y="847961"/>
            <a:ext cx="396403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Thay đổi </a:t>
            </a:r>
            <a:r>
              <a:rPr lang="vi-VN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cỡ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chữ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D5CFBC-F215-8961-E202-C34955B11DE3}"/>
              </a:ext>
            </a:extLst>
          </p:cNvPr>
          <p:cNvSpPr/>
          <p:nvPr/>
        </p:nvSpPr>
        <p:spPr>
          <a:xfrm>
            <a:off x="976022" y="1678444"/>
            <a:ext cx="8932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Sau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chọn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i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tô</a:t>
            </a: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nội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dung,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chọn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lệnh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FEF9E-8C4D-AAA5-5A69-6040640F1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199" y="2445404"/>
            <a:ext cx="8462848" cy="27341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D602B0-3518-D785-F284-AC3332A66A01}"/>
              </a:ext>
            </a:extLst>
          </p:cNvPr>
          <p:cNvSpPr/>
          <p:nvPr/>
        </p:nvSpPr>
        <p:spPr>
          <a:xfrm>
            <a:off x="4539271" y="2771915"/>
            <a:ext cx="1241571" cy="654341"/>
          </a:xfrm>
          <a:prstGeom prst="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B6A1D5-98E6-2AC7-AA28-60943B6D754E}"/>
              </a:ext>
            </a:extLst>
          </p:cNvPr>
          <p:cNvSpPr/>
          <p:nvPr/>
        </p:nvSpPr>
        <p:spPr>
          <a:xfrm>
            <a:off x="5420115" y="2897166"/>
            <a:ext cx="276837" cy="361311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C3DD1A-E5B1-797F-F637-949223391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927" y="2445404"/>
            <a:ext cx="1933845" cy="37819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A08C312-BB4F-5984-8360-9793E381BEEE}"/>
              </a:ext>
            </a:extLst>
          </p:cNvPr>
          <p:cNvSpPr/>
          <p:nvPr/>
        </p:nvSpPr>
        <p:spPr>
          <a:xfrm>
            <a:off x="11064240" y="2523744"/>
            <a:ext cx="457200" cy="3575304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9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7" grpId="0" animBg="1"/>
      <p:bldP spid="8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A34413-5FF0-2FF9-AC9E-23F4B02B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52EC223E-EF9D-719F-9CCB-ABEC659C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3114D-DE30-5A45-46DF-988F20B232E0}"/>
              </a:ext>
            </a:extLst>
          </p:cNvPr>
          <p:cNvSpPr/>
          <p:nvPr/>
        </p:nvSpPr>
        <p:spPr>
          <a:xfrm>
            <a:off x="456331" y="847961"/>
            <a:ext cx="40908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Thay đổi </a:t>
            </a:r>
            <a:r>
              <a:rPr lang="en-US" sz="3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màu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chữ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9AA914-26E9-5617-6A46-D78EE705EE6B}"/>
              </a:ext>
            </a:extLst>
          </p:cNvPr>
          <p:cNvSpPr/>
          <p:nvPr/>
        </p:nvSpPr>
        <p:spPr>
          <a:xfrm>
            <a:off x="944291" y="1494292"/>
            <a:ext cx="89329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hãy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sát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SGK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41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 cho biết: muốn làm cho chữ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đổi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màu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thì em cần thực hiện như thế nào?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0B509-12AF-832E-23D9-58E35F3D0485}"/>
              </a:ext>
            </a:extLst>
          </p:cNvPr>
          <p:cNvSpPr/>
          <p:nvPr/>
        </p:nvSpPr>
        <p:spPr>
          <a:xfrm>
            <a:off x="1012801" y="3494840"/>
            <a:ext cx="8932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Trước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đổi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màu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chữ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cần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làm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gì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với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chữ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đó</a:t>
            </a:r>
            <a:r>
              <a:rPr lang="en-US" sz="3600" b="1" dirty="0">
                <a:solidFill>
                  <a:srgbClr val="005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680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124682-2C75-7965-7DEB-91D94BA7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2F81B6B1-3033-F8B8-777A-32B40041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932985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AB512A-E5B2-B4E9-F594-EA6C51903F7B}"/>
              </a:ext>
            </a:extLst>
          </p:cNvPr>
          <p:cNvSpPr/>
          <p:nvPr/>
        </p:nvSpPr>
        <p:spPr>
          <a:xfrm>
            <a:off x="456331" y="847961"/>
            <a:ext cx="40908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Thay đổi </a:t>
            </a:r>
            <a:r>
              <a:rPr lang="en-US" sz="36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màu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chữ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CBAC4-BD98-E187-1170-4668612AAE55}"/>
              </a:ext>
            </a:extLst>
          </p:cNvPr>
          <p:cNvSpPr/>
          <p:nvPr/>
        </p:nvSpPr>
        <p:spPr>
          <a:xfrm>
            <a:off x="962579" y="1678444"/>
            <a:ext cx="8932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Sau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chọn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i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tô</a:t>
            </a: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nội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dung,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chọn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nút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lệnh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E3E50C-B8EE-2500-4B05-DBE7EC55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359" y="2629556"/>
            <a:ext cx="8462848" cy="27341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812056-5FC8-659E-3C26-7D707632771E}"/>
              </a:ext>
            </a:extLst>
          </p:cNvPr>
          <p:cNvSpPr/>
          <p:nvPr/>
        </p:nvSpPr>
        <p:spPr>
          <a:xfrm>
            <a:off x="8312199" y="3879611"/>
            <a:ext cx="1241571" cy="654341"/>
          </a:xfrm>
          <a:prstGeom prst="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C9069E-D7B9-CEA7-C13E-C599BDD8E0BD}"/>
              </a:ext>
            </a:extLst>
          </p:cNvPr>
          <p:cNvSpPr/>
          <p:nvPr/>
        </p:nvSpPr>
        <p:spPr>
          <a:xfrm>
            <a:off x="9025129" y="3996632"/>
            <a:ext cx="329424" cy="361311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83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  <p:bldP spid="4" grpId="0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332990" y="-215695"/>
            <a:ext cx="5556738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029" y="770874"/>
            <a:ext cx="74748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Yêu cầu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ọc sinh nội dung Luyện tập trong sách LQTH 2, trang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41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7029" y="2040306"/>
            <a:ext cx="8290448" cy="483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vi-VN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Bài 1. Viết chức năng của các nút lệnh sau vào chỗ chấm</a:t>
            </a:r>
            <a:r>
              <a:rPr lang="en-US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b="1" i="1" dirty="0">
              <a:solidFill>
                <a:schemeClr val="accent4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7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5538" y="2742077"/>
            <a:ext cx="8700310" cy="3796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88114" y="2820372"/>
            <a:ext cx="2452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Thay đổi kiểu chữ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7428" y="2820372"/>
            <a:ext cx="2270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 kích thước chữ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027" y="5766772"/>
            <a:ext cx="2334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 Kiểu chữ in đậm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2970" y="5754066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 Màu cho chữ</a:t>
            </a:r>
          </a:p>
        </p:txBody>
      </p:sp>
    </p:spTree>
    <p:extLst>
      <p:ext uri="{BB962C8B-B14F-4D97-AF65-F5344CB8AC3E}">
        <p14:creationId xmlns:p14="http://schemas.microsoft.com/office/powerpoint/2010/main" val="222749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3" grpId="0"/>
      <p:bldP spid="5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279239" y="-97018"/>
            <a:ext cx="5638800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028" y="968912"/>
            <a:ext cx="81307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Yêu cầu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ọc sinh nội dung Luyện tập trong sách LQTH 2, trang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41</a:t>
            </a:r>
            <a:r>
              <a:rPr lang="vi-V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7028" y="2220687"/>
            <a:ext cx="8740322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vi-VN" sz="3200" b="1" i="1" dirty="0">
                <a:solidFill>
                  <a:srgbClr val="C00000"/>
                </a:solidFill>
              </a:rPr>
              <a:t>Bài 2. Khoanh vào đáp án thích hợp theo mẫu sau:</a:t>
            </a:r>
            <a:endParaRPr lang="en-US" sz="2800" b="1" i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028" y="2930775"/>
            <a:ext cx="5101772" cy="3338946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6500" y="2948360"/>
            <a:ext cx="5531574" cy="333894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162300" y="4743450"/>
            <a:ext cx="769620" cy="40767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138805" y="5860586"/>
            <a:ext cx="816610" cy="4267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235677" y="3887054"/>
            <a:ext cx="816610" cy="4267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968033" y="5702337"/>
            <a:ext cx="816610" cy="42672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3" grpId="0"/>
      <p:bldP spid="4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5BB90F-549F-D340-633B-799FCB0B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9D249024-3931-BC36-F563-F021DF45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239" y="-97018"/>
            <a:ext cx="5638800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082972-933D-527B-F752-C27BB7AC2962}"/>
              </a:ext>
            </a:extLst>
          </p:cNvPr>
          <p:cNvSpPr/>
          <p:nvPr/>
        </p:nvSpPr>
        <p:spPr>
          <a:xfrm>
            <a:off x="418156" y="1095975"/>
            <a:ext cx="8740322" cy="622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sz="3200" b="1" i="1" dirty="0">
                <a:solidFill>
                  <a:srgbClr val="7030A0"/>
                </a:solidFill>
              </a:rPr>
              <a:t>Em </a:t>
            </a:r>
            <a:r>
              <a:rPr lang="en-US" sz="3200" b="1" i="1" dirty="0" err="1">
                <a:solidFill>
                  <a:srgbClr val="7030A0"/>
                </a:solidFill>
              </a:rPr>
              <a:t>thực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hành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theo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mẫu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bài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Luyện</a:t>
            </a:r>
            <a:r>
              <a:rPr lang="en-US" sz="3200" b="1" i="1" dirty="0">
                <a:solidFill>
                  <a:srgbClr val="7030A0"/>
                </a:solidFill>
              </a:rPr>
              <a:t> </a:t>
            </a:r>
            <a:r>
              <a:rPr lang="en-US" sz="3200" b="1" i="1" dirty="0" err="1">
                <a:solidFill>
                  <a:srgbClr val="7030A0"/>
                </a:solidFill>
              </a:rPr>
              <a:t>tập</a:t>
            </a:r>
            <a:r>
              <a:rPr lang="en-US" sz="3200" b="1" i="1" dirty="0">
                <a:solidFill>
                  <a:srgbClr val="7030A0"/>
                </a:solidFill>
              </a:rPr>
              <a:t> 2 (41-42)</a:t>
            </a:r>
            <a:endParaRPr lang="en-US" sz="2800" b="1" i="1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78047-CF3A-A650-4860-7BFFDBCE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005" y="1994301"/>
            <a:ext cx="6430992" cy="415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99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797143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vận dụng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1645" y="917466"/>
            <a:ext cx="1035412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Khởi động phần mềm WordPad rồi gõ nội dung theo mẫu sau: (trình chiếu bài mẫu)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749" y="2395087"/>
            <a:ext cx="10354129" cy="426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104514" y="156704"/>
            <a:ext cx="5785338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416" y="1775554"/>
            <a:ext cx="7803847" cy="39321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352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965594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35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</TotalTime>
  <Words>498</Words>
  <Application>Microsoft Office PowerPoint</Application>
  <PresentationFormat>Widescreen</PresentationFormat>
  <Paragraphs>67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Century Schoolbook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PowerPoint Presentation</vt:lpstr>
      <vt:lpstr>PowerPoint Presentation</vt:lpstr>
      <vt:lpstr>Mục tiêu</vt:lpstr>
      <vt:lpstr>Hoạt động mở đầu (Khởi động)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luyện tập</vt:lpstr>
      <vt:lpstr>Hoạt động luyện tập</vt:lpstr>
      <vt:lpstr>Hoạt động luyện tập</vt:lpstr>
      <vt:lpstr>Hoạt động vận dụng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175</cp:revision>
  <dcterms:created xsi:type="dcterms:W3CDTF">2017-05-10T09:07:55Z</dcterms:created>
  <dcterms:modified xsi:type="dcterms:W3CDTF">2026-03-30T16:24:01Z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