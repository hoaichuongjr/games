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9" r:id="rId2"/>
    <p:sldId id="260" r:id="rId3"/>
    <p:sldId id="262" r:id="rId4"/>
    <p:sldId id="263" r:id="rId5"/>
    <p:sldId id="264" r:id="rId6"/>
    <p:sldId id="273" r:id="rId7"/>
    <p:sldId id="275" r:id="rId8"/>
    <p:sldId id="276" r:id="rId9"/>
    <p:sldId id="267" r:id="rId10"/>
    <p:sldId id="274" r:id="rId11"/>
    <p:sldId id="270" r:id="rId12"/>
    <p:sldId id="277" r:id="rId13"/>
    <p:sldId id="280" r:id="rId14"/>
    <p:sldId id="278" r:id="rId15"/>
    <p:sldId id="271" r:id="rId16"/>
  </p:sldIdLst>
  <p:sldSz cx="12192000" cy="6858000"/>
  <p:notesSz cx="6858000" cy="9144000"/>
  <p:defaultTextStyle>
    <a:defPPr>
      <a:defRPr lang="zh-CN"/>
    </a:defPPr>
    <a:lvl1pPr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1pPr>
    <a:lvl2pPr marL="608330" indent="-1511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2pPr>
    <a:lvl3pPr marL="1217930" indent="-3035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3pPr>
    <a:lvl4pPr marL="1827530" indent="-4559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4pPr>
    <a:lvl5pPr marL="2437130" indent="-6083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A821"/>
    <a:srgbClr val="D9EF57"/>
    <a:srgbClr val="F9FCFB"/>
    <a:srgbClr val="005092"/>
    <a:srgbClr val="239071"/>
    <a:srgbClr val="57C0D5"/>
    <a:srgbClr val="FFFFFF"/>
    <a:srgbClr val="D1E7E5"/>
    <a:srgbClr val="F2F2F2"/>
    <a:srgbClr val="DC53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2" autoAdjust="0"/>
    <p:restoredTop sz="98912" autoAdjust="0"/>
  </p:normalViewPr>
  <p:slideViewPr>
    <p:cSldViewPr snapToGrid="0">
      <p:cViewPr varScale="1">
        <p:scale>
          <a:sx n="103" d="100"/>
          <a:sy n="103" d="100"/>
        </p:scale>
        <p:origin x="315" y="7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52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E3649B75-C036-43A6-B586-D4D3956B9750}" type="datetimeFigureOut">
              <a:rPr lang="zh-CN" altLang="en-US" smtClean="0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模板来自于 </a:t>
            </a:r>
            <a:r>
              <a:rPr lang="en-US" altLang="zh-CN" noProof="0" dirty="0"/>
              <a:t>http://docer.mysoeasy.com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066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217295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kern="1200">
        <a:solidFill>
          <a:srgbClr val="FF0000"/>
        </a:solidFill>
        <a:latin typeface="思源黑体 CN Normal" panose="020B0400000000000000" pitchFamily="34" charset="-122"/>
        <a:ea typeface="+mn-ea"/>
        <a:cs typeface="+mn-cs"/>
      </a:defRPr>
    </a:lvl1pPr>
    <a:lvl2pPr marL="742950" indent="-28575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65"/>
              <a:t>亮亮图文旗舰店</a:t>
            </a:r>
            <a:r>
              <a:rPr lang="en-US" altLang="zh-CN" sz="1865"/>
              <a:t>https://liangliangtuwen.tmall.com</a:t>
            </a:r>
            <a:endParaRPr lang="zh-CN" altLang="en-US" sz="1865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30000"/>
              </a:spcBef>
              <a:buFont typeface="Arial" panose="020B0604020202020204" pitchFamily="34" charset="0"/>
              <a:defRPr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4AECACE-C708-43AA-9ADF-9E0A79DBA94A}" type="slidenum">
              <a:rPr lang="zh-CN" altLang="en-US" smtClean="0">
                <a:solidFill>
                  <a:schemeClr val="tx1"/>
                </a:solidFill>
                <a:latin typeface="思源黑体 CN Normal" panose="020B0400000000000000" pitchFamily="34" charset="-122"/>
              </a:rPr>
              <a:pPr defTabSz="1217295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zh-CN" altLang="en-US">
              <a:solidFill>
                <a:schemeClr val="tx1"/>
              </a:solidFill>
              <a:latin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734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382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13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854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969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739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600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315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8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25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354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E6308-69A5-DB41-A8E8-A879BC83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13D8AB-48F4-FD2A-C366-EB0854DC7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5205E3-A14E-A659-598F-47FE30636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FD9D77-870B-7140-C1FE-426D18282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740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984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AEED1-DB3D-437D-B33B-48D9105532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18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214" y="845128"/>
            <a:ext cx="7441077" cy="260455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400" b="1" i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227B1-864B-47CB-B8FD-7D024961E14C}" type="datetimeFigureOut">
              <a:rPr lang="zh-CN" altLang="en-US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EE4C-9BF1-4250-B807-668456CE46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22524" y="3581521"/>
            <a:ext cx="7480178" cy="671821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29D4B-2CA7-47A8-86E5-FE890B1AEF36}" type="datetimeFigureOut">
              <a:rPr lang="zh-CN" altLang="en-US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27CC-6915-48A9-B008-AF3C75820C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03295-1E4B-43CB-ACE7-ED4E99C07012}" type="datetimeFigureOut">
              <a:rPr lang="zh-CN" altLang="en-US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F0ABD-4112-4B46-AE5F-F7B3FCC151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170D5-879E-4918-AA43-1581FF74425B}" type="datetimeFigureOut">
              <a:rPr lang="zh-CN" altLang="en-US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F617F-1FAF-4B1F-8DA8-C199C45268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亮亮图文旗舰店https://liangliangtuwen.tmall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857CE-0B02-4E23-8C71-0AC50F027A2D}" type="datetimeFigureOut">
              <a:rPr lang="zh-CN" altLang="en-US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7C59-ACF1-46EC-AA2B-C1494FFFC0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C2F33-1B8F-49A4-B81C-5C1A866997DB}" type="datetimeFigureOut">
              <a:rPr lang="zh-CN" altLang="en-US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7A2D-2746-4C2C-8659-5794A5D305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2" cy="6858001"/>
          </a:xfrm>
          <a:prstGeom prst="rect">
            <a:avLst/>
          </a:prstGeom>
          <a:solidFill>
            <a:srgbClr val="D1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lvl="0" algn="ctr" defTabSz="914400" eaLnBrk="1" latinLnBrk="0" hangingPunct="1"/>
            <a:endParaRPr lang="zh-CN" altLang="en-US" sz="18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EF24E-7ACB-4130-A95E-31B492E4DC89}" type="datetimeFigureOut">
              <a:rPr lang="zh-CN" altLang="en-US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E9992-9A03-4D74-B6F7-FDB10D1C50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34395-4959-4A0C-96FB-5F242B3DEB06}" type="datetimeFigureOut">
              <a:rPr lang="zh-CN" altLang="en-US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EBC8F-9660-4E80-9F8E-C4E5D79BDA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CAE8C-B19C-4977-8BCA-B32C13833C88}" type="datetimeFigureOut">
              <a:rPr lang="zh-CN" altLang="en-US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551E-31EC-4F7A-A252-B2FCA315F6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D3A26-0640-4C70-A709-B1491CCE26F4}" type="datetimeFigureOut">
              <a:rPr lang="zh-CN" altLang="en-US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31408-E647-409A-B508-321AFC4E7C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" y="0"/>
            <a:ext cx="12192002" cy="6858001"/>
          </a:xfrm>
          <a:prstGeom prst="rect">
            <a:avLst/>
          </a:prstGeom>
          <a:blipFill dpi="0"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4063" y="1769806"/>
            <a:ext cx="10680700" cy="458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CE9557E7-78E4-435A-A3A8-EB5A40A4B307}" type="datetimeFigureOut">
              <a:rPr lang="zh-CN" altLang="en-US" smtClean="0"/>
              <a:pPr>
                <a:defRPr/>
              </a:pPr>
              <a:t>2026/4/19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EB3DC92C-287B-43BD-8FAB-B84E3B43B8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754063" y="162393"/>
            <a:ext cx="10680700" cy="111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effectLst/>
          <a:latin typeface="思源黑体 CN Normal" panose="020B0400000000000000" pitchFamily="34" charset="-122"/>
          <a:ea typeface="思源黑体 CN Normal" panose="020B0400000000000000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9pPr>
    </p:titleStyle>
    <p:bodyStyle>
      <a:lvl1pPr marL="357505" indent="-357505" algn="l" rtl="0" eaLnBrk="0" fontAlgn="base" hangingPunct="0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ê"/>
        <a:defRPr sz="24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1pPr>
      <a:lvl2pPr marL="357505" indent="-357505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ê"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5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DFBC27-D3A6-9FD4-9D87-1258EEDF06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4" y="0"/>
            <a:ext cx="4858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452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01025" y="511209"/>
            <a:ext cx="9105261" cy="1600438"/>
          </a:xfrm>
          <a:prstGeom prst="roundRect">
            <a:avLst/>
          </a:prstGeom>
          <a:noFill/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đề 4</a:t>
            </a:r>
          </a:p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TRẢI NGHIỆM CÙNG WORDPAD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0172" y="3206695"/>
            <a:ext cx="8851654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vi-V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13: CANH CHỈNH LỀ TRONG WORDPAD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651021" y="460148"/>
            <a:ext cx="2889957" cy="917466"/>
          </a:xfrm>
        </p:spPr>
        <p:txBody>
          <a:bodyPr/>
          <a:lstStyle/>
          <a:p>
            <a:pPr marL="0" lvl="0" algn="just"/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zh-CN" sz="4800" b="1" i="0" u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iêu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文本占位符 2"/>
          <p:cNvSpPr>
            <a:spLocks noGrp="1"/>
          </p:cNvSpPr>
          <p:nvPr>
            <p:ph type="body" idx="1"/>
          </p:nvPr>
        </p:nvSpPr>
        <p:spPr>
          <a:xfrm>
            <a:off x="345968" y="2003626"/>
            <a:ext cx="11144992" cy="2934133"/>
          </a:xfrm>
          <a:prstGeom prst="flowChartAlternateProcess">
            <a:avLst/>
          </a:prstGeom>
          <a:solidFill>
            <a:schemeClr val="accent6">
              <a:lumMod val="20000"/>
              <a:lumOff val="80000"/>
              <a:alpha val="67000"/>
            </a:schemeClr>
          </a:solidFill>
          <a:ln w="38100">
            <a:solidFill>
              <a:srgbClr val="57C0D5"/>
            </a:solidFill>
          </a:ln>
        </p:spPr>
        <p:txBody>
          <a:bodyPr/>
          <a:lstStyle/>
          <a:p>
            <a:pPr lvl="0" algn="l">
              <a:lnSpc>
                <a:spcPct val="100000"/>
              </a:lnSpc>
            </a:pPr>
            <a:r>
              <a:rPr lang="vi-VN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 các nút lệnh canh chỉnh lề; Biết cách canh chỉnh lề; Biết sử dụng phím Tab để thụt đầu dòng trong WordPad.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09728" y="181640"/>
            <a:ext cx="8734097" cy="917466"/>
          </a:xfrm>
        </p:spPr>
        <p:txBody>
          <a:bodyPr/>
          <a:lstStyle/>
          <a:p>
            <a:pPr marL="0" lvl="0" algn="just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mở đầu (Khởi động)</a:t>
            </a:r>
            <a:endParaRPr lang="en-US" altLang="zh-CN" sz="4800" b="1" i="0" u="none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9E0F51-C61B-7F0D-1894-110698C7B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452200"/>
            <a:ext cx="11088122" cy="25157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266E70D-8624-721D-BAD9-E0B615D73682}"/>
              </a:ext>
            </a:extLst>
          </p:cNvPr>
          <p:cNvSpPr/>
          <p:nvPr/>
        </p:nvSpPr>
        <p:spPr>
          <a:xfrm>
            <a:off x="252341" y="4177783"/>
            <a:ext cx="6618242" cy="523220"/>
          </a:xfrm>
          <a:prstGeom prst="rect">
            <a:avLst/>
          </a:prstGeom>
          <a:solidFill>
            <a:srgbClr val="F9FCFB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Các </a:t>
            </a:r>
            <a:r>
              <a:rPr lang="en-US" sz="28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trên</a:t>
            </a:r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đặt</a:t>
            </a:r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ở </a:t>
            </a:r>
            <a:r>
              <a:rPr lang="en-US" sz="28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vị</a:t>
            </a:r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trí</a:t>
            </a:r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thế</a:t>
            </a:r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nào</a:t>
            </a:r>
            <a:r>
              <a:rPr lang="en-US" sz="28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en-US" b="1" i="1" dirty="0">
              <a:solidFill>
                <a:schemeClr val="accent4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64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" y="0"/>
            <a:ext cx="8985738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2052" y="928833"/>
            <a:ext cx="5801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4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1. Nút lệnh canh chỉnh lề:</a:t>
            </a:r>
            <a:endParaRPr lang="en-US" sz="40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7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7361" y="1785702"/>
            <a:ext cx="8200922" cy="44473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3578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" y="0"/>
            <a:ext cx="9091246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7302" y="896166"/>
            <a:ext cx="610692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44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Thao tác canh chỉnh lề:</a:t>
            </a:r>
            <a:endParaRPr lang="en-US" sz="44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665607"/>
            <a:ext cx="88605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3200" b="1" i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vi-VN" sz="3200" b="1" i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Bước 1: Chọn khối nội dung cần canh chỉnh lề.</a:t>
            </a:r>
            <a:endParaRPr lang="en-US" sz="2800" b="1" i="1">
              <a:solidFill>
                <a:schemeClr val="accent4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65481-FEF3-3E2F-1CD5-59E9B4BB7C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261" b="52522"/>
          <a:stretch/>
        </p:blipFill>
        <p:spPr>
          <a:xfrm>
            <a:off x="1084407" y="2494390"/>
            <a:ext cx="7746112" cy="4044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1BC41655-D44A-746B-7C6A-CB82D39C79C1}"/>
              </a:ext>
            </a:extLst>
          </p:cNvPr>
          <p:cNvSpPr/>
          <p:nvPr/>
        </p:nvSpPr>
        <p:spPr>
          <a:xfrm>
            <a:off x="7060414" y="2998524"/>
            <a:ext cx="3439420" cy="1609096"/>
          </a:xfrm>
          <a:prstGeom prst="wedgeEllipseCallout">
            <a:avLst>
              <a:gd name="adj1" fmla="val -75443"/>
              <a:gd name="adj2" fmla="val 6780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FF0000"/>
                </a:solidFill>
              </a:rPr>
              <a:t>Chọn khối nội dung</a:t>
            </a:r>
          </a:p>
        </p:txBody>
      </p:sp>
    </p:spTree>
    <p:extLst>
      <p:ext uri="{BB962C8B-B14F-4D97-AF65-F5344CB8AC3E}">
        <p14:creationId xmlns:p14="http://schemas.microsoft.com/office/powerpoint/2010/main" val="586686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4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" y="0"/>
            <a:ext cx="9020908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8252" y="874866"/>
            <a:ext cx="610692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44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Thao tác canh chỉnh lề:</a:t>
            </a:r>
            <a:endParaRPr lang="en-US" sz="44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0076" y="1644307"/>
            <a:ext cx="75460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vi-VN" sz="28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+ Bước 2: Chọn nút lệnh canh chỉnh lề phù hợp.</a:t>
            </a:r>
            <a:endParaRPr lang="en-US" b="1" i="1" dirty="0">
              <a:solidFill>
                <a:schemeClr val="accent4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23884-1377-9AD3-939A-F23B2BC450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614" b="59080"/>
          <a:stretch/>
        </p:blipFill>
        <p:spPr>
          <a:xfrm>
            <a:off x="1450426" y="2371147"/>
            <a:ext cx="9660455" cy="4140011"/>
          </a:xfrm>
          <a:prstGeom prst="rect">
            <a:avLst/>
          </a:prstGeom>
        </p:spPr>
      </p:pic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1A0B88A0-7567-6A7A-29F9-61B4C90A63BF}"/>
              </a:ext>
            </a:extLst>
          </p:cNvPr>
          <p:cNvSpPr/>
          <p:nvPr/>
        </p:nvSpPr>
        <p:spPr>
          <a:xfrm>
            <a:off x="8592412" y="1464789"/>
            <a:ext cx="3439420" cy="1609096"/>
          </a:xfrm>
          <a:prstGeom prst="wedgeEllipseCallout">
            <a:avLst>
              <a:gd name="adj1" fmla="val -143283"/>
              <a:gd name="adj2" fmla="val 6290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Chọn nút lệnh canh lề sang bên phải</a:t>
            </a:r>
          </a:p>
        </p:txBody>
      </p:sp>
    </p:spTree>
    <p:extLst>
      <p:ext uri="{BB962C8B-B14F-4D97-AF65-F5344CB8AC3E}">
        <p14:creationId xmlns:p14="http://schemas.microsoft.com/office/powerpoint/2010/main" val="66622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4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" y="0"/>
            <a:ext cx="8915400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49917" y="1002644"/>
            <a:ext cx="444865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44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Thụt đầu dòng: </a:t>
            </a:r>
            <a:endParaRPr lang="en-US" sz="44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81050" y="2562113"/>
            <a:ext cx="10572750" cy="2187033"/>
            <a:chOff x="719328" y="1511719"/>
            <a:chExt cx="6096000" cy="782436"/>
          </a:xfrm>
        </p:grpSpPr>
        <p:sp>
          <p:nvSpPr>
            <p:cNvPr id="5" name="Rectangle 4"/>
            <p:cNvSpPr/>
            <p:nvPr/>
          </p:nvSpPr>
          <p:spPr>
            <a:xfrm>
              <a:off x="719328" y="1511719"/>
              <a:ext cx="6096000" cy="5615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4800" b="1" i="1">
                  <a:solidFill>
                    <a:schemeClr val="accent4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Để thụt đầu dòng nội dung đoạn văn, học sinh nhấn phím </a:t>
              </a:r>
            </a:p>
          </p:txBody>
        </p:sp>
        <p:pic>
          <p:nvPicPr>
            <p:cNvPr id="8" name="Picture 7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855729" y="1852412"/>
              <a:ext cx="1133856" cy="4417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18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797143" cy="917466"/>
          </a:xfrm>
        </p:spPr>
        <p:txBody>
          <a:bodyPr/>
          <a:lstStyle/>
          <a:p>
            <a:pPr marL="0" lvl="0" algn="just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luyện tập</a:t>
            </a:r>
            <a:endParaRPr lang="en-US" altLang="zh-CN" sz="4800" b="1" i="0" u="none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9878" y="917466"/>
            <a:ext cx="100357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Yêu cầu học sinh chia nhóm đôi cùng thảo luận và bài tập 1, 2 phần Luyện tập/Sách QTH/trang 44. </a:t>
            </a:r>
            <a:endParaRPr lang="en-US" sz="36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050" y="2085313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i="1">
                <a:solidFill>
                  <a:schemeClr val="accent4">
                    <a:lumMod val="50000"/>
                  </a:schemeClr>
                </a:solidFill>
              </a:rPr>
              <a:t>Bài 1: Viết chức năng của các nút lệnh canh chỉnh lề vào chỗ chấm.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792292" y="3006937"/>
            <a:ext cx="7498080" cy="3579791"/>
            <a:chOff x="1524000" y="2930737"/>
            <a:chExt cx="7498080" cy="3579791"/>
          </a:xfrm>
        </p:grpSpPr>
        <p:pic>
          <p:nvPicPr>
            <p:cNvPr id="8" name="Picture 7"/>
            <p:cNvPicPr/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524000" y="2930737"/>
              <a:ext cx="7498080" cy="3579791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2316411" y="3125809"/>
              <a:ext cx="1374094" cy="338554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sz="1600" b="1" cap="none" spc="0">
                  <a:ln/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Canh lề trái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72796" y="3125809"/>
              <a:ext cx="1475084" cy="338554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sz="1600" b="1" cap="none" spc="0">
                  <a:ln/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Canh lề giữa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686890" y="3127644"/>
              <a:ext cx="1460657" cy="338554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sz="1600" b="1" cap="none" spc="0">
                  <a:ln/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Canh lề phải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9989" y="3106930"/>
              <a:ext cx="1440443" cy="461665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squar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sz="1200" b="1" cap="none" spc="0">
                  <a:ln/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Canh điều 2 biên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749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797143" cy="917466"/>
          </a:xfrm>
        </p:spPr>
        <p:txBody>
          <a:bodyPr/>
          <a:lstStyle/>
          <a:p>
            <a:pPr marL="0" lvl="0" algn="just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luyện tập</a:t>
            </a:r>
            <a:endParaRPr lang="en-US" altLang="zh-CN" sz="4800" b="1" i="0" u="none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1084" y="917466"/>
            <a:ext cx="8460016" cy="1224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vi-VN" sz="3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Bài 2: Khoanh vào chữ cái đặt trước đáp án đúng. Để thụt đầu dòng, em nhấn phím:</a:t>
            </a:r>
            <a:endParaRPr lang="en-US" sz="28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8703" y="3059883"/>
            <a:ext cx="9777983" cy="1914716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5962650" y="3829050"/>
            <a:ext cx="571500" cy="77126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1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2" grpId="0" animBg="1"/>
      <p:bldP spid="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-2769"/>
            <a:ext cx="9797143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1884" y="952797"/>
            <a:ext cx="76281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Khởi động phần mềm WordPad rồi gõ nội dung theo mẫu sau: (trình chiếu bài mẫu).</a:t>
            </a:r>
            <a:endParaRPr lang="en-US" sz="28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77591" y="2854661"/>
            <a:ext cx="9245600" cy="370409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9155" y="1995049"/>
            <a:ext cx="69136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0070C0"/>
                </a:solidFill>
              </a:rPr>
              <a:t>1. Gõ và canh chỉnh nội dung theo mẫu:</a:t>
            </a:r>
          </a:p>
        </p:txBody>
      </p:sp>
    </p:spTree>
    <p:extLst>
      <p:ext uri="{BB962C8B-B14F-4D97-AF65-F5344CB8AC3E}">
        <p14:creationId xmlns:p14="http://schemas.microsoft.com/office/powerpoint/2010/main" val="51323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797143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7370" y="952797"/>
            <a:ext cx="73442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Khởi động phần mềm WordPad rồi gõ nội dung theo mẫu sau: (trình chiếu bài mẫu).</a:t>
            </a:r>
            <a:endParaRPr lang="en-US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6651" y="1926526"/>
            <a:ext cx="93438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0070C0"/>
                </a:solidFill>
              </a:rPr>
              <a:t>2. Gõ nội dung và nhấn phím Tab để thụt đầu dòng theo mẫu:</a:t>
            </a: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5157" y="2592478"/>
            <a:ext cx="6299199" cy="383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4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CC90A2-A78E-D1CC-FE7B-BBA6EE3A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08235BED-FB3F-E5C6-34A2-BCC7CA908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797143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1139CE-C757-9400-6C81-0D7C56D81B25}"/>
              </a:ext>
            </a:extLst>
          </p:cNvPr>
          <p:cNvSpPr/>
          <p:nvPr/>
        </p:nvSpPr>
        <p:spPr>
          <a:xfrm>
            <a:off x="251536" y="917466"/>
            <a:ext cx="1046959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2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Khởi động phần mềm WordPad rồi gõ nội dung</a:t>
            </a:r>
            <a:r>
              <a:rPr lang="en-US" sz="32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bài</a:t>
            </a:r>
            <a:r>
              <a:rPr lang="en-US" sz="32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thơ</a:t>
            </a:r>
            <a:r>
              <a:rPr lang="en-US" sz="32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sz="32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Cây</a:t>
            </a:r>
            <a:r>
              <a:rPr lang="en-US" sz="32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Dừa</a:t>
            </a:r>
            <a:r>
              <a:rPr lang="en-US" sz="32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” </a:t>
            </a:r>
            <a:r>
              <a:rPr lang="en-US" sz="32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32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32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bày</a:t>
            </a:r>
            <a:r>
              <a:rPr lang="en-US" sz="32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sáng</a:t>
            </a:r>
            <a:r>
              <a:rPr lang="en-US" sz="32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tạo</a:t>
            </a:r>
            <a:r>
              <a:rPr lang="en-US" sz="3200" b="1" dirty="0">
                <a:solidFill>
                  <a:srgbClr val="FCA8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3200" b="1" dirty="0">
              <a:solidFill>
                <a:srgbClr val="FCA82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DEA1A6-315C-BA72-E226-9801B570A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36" y="2190158"/>
            <a:ext cx="9681029" cy="438681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55258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492039" y="267087"/>
            <a:ext cx="5750169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58" y="1887698"/>
            <a:ext cx="9629820" cy="34455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0265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 noGrp="1"/>
          </p:cNvSpPr>
          <p:nvPr>
            <p:ph type="title"/>
          </p:nvPr>
        </p:nvSpPr>
        <p:spPr>
          <a:xfrm>
            <a:off x="1919536" y="2965594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Chúc các em có một buổi học thú vị nhé</a:t>
            </a:r>
            <a:r>
              <a:rPr lang="en-US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352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NDENT_LEVEL" val="0"/>
  <p:tag name="ISPRING_PRESENTER_ID" val="{3F46BBF5-F625-4E53-9829-E61C7D6C472A}"/>
  <p:tag name="GENSWF_ADVANCE_TIME" val="15.000"/>
  <p:tag name="TIMING" val="|0.001"/>
  <p:tag name="ISPRING_CUSTOM_TIMING_USED" val="1"/>
  <p:tag name="ISPRING_SLIDE_ID_2" val="{F8FADD59-B3E0-4CB5-AFDD-1F2D9FD189B7}"/>
</p:tagLst>
</file>

<file path=ppt/theme/theme1.xml><?xml version="1.0" encoding="utf-8"?>
<a:theme xmlns:a="http://schemas.openxmlformats.org/drawingml/2006/main" name="亮亮图文旗舰店https://liangliangtuwen.tmall.com">
  <a:themeElements>
    <a:clrScheme name="自定义 108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6CBCBC"/>
      </a:accent1>
      <a:accent2>
        <a:srgbClr val="3DCEB5"/>
      </a:accent2>
      <a:accent3>
        <a:srgbClr val="3DB7CF"/>
      </a:accent3>
      <a:accent4>
        <a:srgbClr val="E676A9"/>
      </a:accent4>
      <a:accent5>
        <a:srgbClr val="BAB65E"/>
      </a:accent5>
      <a:accent6>
        <a:srgbClr val="FFB14A"/>
      </a:accent6>
      <a:hlink>
        <a:srgbClr val="EF342B"/>
      </a:hlink>
      <a:folHlink>
        <a:srgbClr val="7F7F7F"/>
      </a:folHlink>
    </a:clrScheme>
    <a:fontScheme name="自定义 2">
      <a:majorFont>
        <a:latin typeface="等线 Light"/>
        <a:ea typeface="微软雅黑"/>
        <a:cs typeface=""/>
      </a:majorFont>
      <a:minorFont>
        <a:latin typeface="等线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960</TotalTime>
  <Words>407</Words>
  <Application>Microsoft Office PowerPoint</Application>
  <PresentationFormat>Widescreen</PresentationFormat>
  <Paragraphs>54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Century Schoolbook</vt:lpstr>
      <vt:lpstr>Tahoma</vt:lpstr>
      <vt:lpstr>Tempus Sans ITC</vt:lpstr>
      <vt:lpstr>Times New Roman</vt:lpstr>
      <vt:lpstr>Wingdings 2</vt:lpstr>
      <vt:lpstr>思源黑体 CN Normal</vt:lpstr>
      <vt:lpstr>亮亮图文旗舰店https://liangliangtuwen.tmall.com</vt:lpstr>
      <vt:lpstr>PowerPoint Presentation</vt:lpstr>
      <vt:lpstr>PowerPoint Presentation</vt:lpstr>
      <vt:lpstr>Mục tiêu</vt:lpstr>
      <vt:lpstr>Hoạt động mở đầu (Khởi động)</vt:lpstr>
      <vt:lpstr>Hoạt động hình thành kiến thức mới</vt:lpstr>
      <vt:lpstr>Hoạt động hình thành kiến thức mới</vt:lpstr>
      <vt:lpstr>Hoạt động hình thành kiến thức mới</vt:lpstr>
      <vt:lpstr>Hoạt động hình thành kiến thức mới</vt:lpstr>
      <vt:lpstr>Hoạt động luyện tập</vt:lpstr>
      <vt:lpstr>Hoạt động luyện tập</vt:lpstr>
      <vt:lpstr>Hoạt động thực hành vận dụng 1</vt:lpstr>
      <vt:lpstr>Hoạt động thực hành vận dụng 2</vt:lpstr>
      <vt:lpstr>Hoạt động thực hành mở rộng</vt:lpstr>
      <vt:lpstr>Hoạt động đánh giá</vt:lpstr>
      <vt:lpstr>Chúc các em có một buổi học thú vị nhé!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卡通可爱萌萌哒 教育教学模板</dc:title>
  <dc:creator>邹雪涵</dc:creator>
  <cp:lastModifiedBy>Hoai Chuong Nguyen</cp:lastModifiedBy>
  <cp:revision>175</cp:revision>
  <dcterms:created xsi:type="dcterms:W3CDTF">2017-05-10T09:07:55Z</dcterms:created>
  <dcterms:modified xsi:type="dcterms:W3CDTF">2026-04-19T15:49:01Z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