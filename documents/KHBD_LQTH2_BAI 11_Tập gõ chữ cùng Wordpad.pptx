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4" r:id="rId2"/>
    <p:sldId id="260" r:id="rId3"/>
    <p:sldId id="262" r:id="rId4"/>
    <p:sldId id="263" r:id="rId5"/>
    <p:sldId id="264" r:id="rId6"/>
    <p:sldId id="265" r:id="rId7"/>
    <p:sldId id="275" r:id="rId8"/>
    <p:sldId id="267" r:id="rId9"/>
    <p:sldId id="270" r:id="rId10"/>
    <p:sldId id="273" r:id="rId11"/>
    <p:sldId id="271" r:id="rId12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239071"/>
    <a:srgbClr val="57C0D5"/>
    <a:srgbClr val="FCA821"/>
    <a:srgbClr val="FFFFFF"/>
    <a:srgbClr val="D1E7E5"/>
    <a:srgbClr val="F2F2F2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315" y="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4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F7609-8B5A-0A71-29F4-12896BF4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2B9D85-586C-A032-347F-8ACE48880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3D101B-6488-BE64-4A8C-B7318447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D42330-6270-E247-131F-7BB11ACF0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255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FF563A-F1BA-A9A0-ABFC-9B6300EF67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1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8909" y="3206695"/>
            <a:ext cx="9654181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11: TẬP GÕ CHỮ CÙNG WORDPAD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933229" y="442563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14499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gõ chữ không dấu; Biết sử dụng một số nút lệnh để thay đổi kiểu chữ; Biết cách sử dụng một số phím chức năng để hỗ trợ gõ chữ trong 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18164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" y="1308656"/>
            <a:ext cx="90047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Giáo viên cho học sinh thi ai thao tác nhanh:</a:t>
            </a:r>
          </a:p>
        </p:txBody>
      </p:sp>
      <p:sp>
        <p:nvSpPr>
          <p:cNvPr id="6" name="Rectangle 5"/>
          <p:cNvSpPr/>
          <p:nvPr/>
        </p:nvSpPr>
        <p:spPr>
          <a:xfrm>
            <a:off x="-11876" y="2434303"/>
            <a:ext cx="122038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4400" b="1">
                <a:solidFill>
                  <a:schemeClr val="accent4">
                    <a:lumMod val="5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Mở và thoát chương trình WordPad, mỗi em thực hiện 1 lần, ai nhanh hơn sẽ được khen thưởng.</a:t>
            </a:r>
            <a:endParaRPr lang="en-US" sz="4400" b="1">
              <a:solidFill>
                <a:schemeClr val="accent4">
                  <a:lumMod val="50000"/>
                </a:schemeClr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hình thành kiến thức mới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9702" y="917466"/>
            <a:ext cx="929773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Giới thiệu một số nút lệnh thay đổi kiểu chữ.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346" y="1671518"/>
            <a:ext cx="81724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0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Các em hãy tự khám phá xem, trên thanh công cụ, công cụ nào dùng để thay đổi kiểu chữ.</a:t>
            </a:r>
            <a:endParaRPr lang="en-US" sz="3000" b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9702" y="2819919"/>
            <a:ext cx="3712698" cy="120032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vi-VN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WordPad là phần mềm giúp các em ghi chép lại nội dung nào đó vào máy tính.</a:t>
            </a:r>
            <a:endParaRPr lang="en-US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0062" y="3057628"/>
            <a:ext cx="6796088" cy="35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4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9020908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2714" y="903549"/>
            <a:ext cx="7329715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Một số phím chức năng hỗ trợ gõ chữ trong WordPad.</a:t>
            </a:r>
            <a:endParaRPr lang="en-US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707" y="2364685"/>
            <a:ext cx="6571127" cy="46166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+  Nếu muốn xuống dòng thì các con sẽ làm sao?</a:t>
            </a:r>
            <a:endParaRPr lang="en-US" sz="2000" b="1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1774" y="3023305"/>
            <a:ext cx="314579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vi-VN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Ta nhấn phím Enter.</a:t>
            </a:r>
            <a:endParaRPr lang="en-US" b="1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46252" y="3695490"/>
            <a:ext cx="4997715" cy="46166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Vậy nếu gõ sai thì ta phải làm sao?</a:t>
            </a:r>
            <a:endParaRPr lang="en-U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8982" y="4354110"/>
            <a:ext cx="481657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vi-VN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Vậy ta sử dụng phím nào để xóa?</a:t>
            </a:r>
            <a:endParaRPr lang="en-US" b="1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5556" y="2951064"/>
            <a:ext cx="6456443" cy="390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2" grpId="0" animBg="1"/>
      <p:bldP spid="4" grpId="0"/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21311D-8573-B1AD-F46A-811DE549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FCFE693-0CC7-FFE3-F5AA-83B8B4B3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020908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819FC-5883-5E5C-33C8-33BB34432554}"/>
              </a:ext>
            </a:extLst>
          </p:cNvPr>
          <p:cNvSpPr/>
          <p:nvPr/>
        </p:nvSpPr>
        <p:spPr>
          <a:xfrm>
            <a:off x="402714" y="903549"/>
            <a:ext cx="7329715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Một số phím chức năng hỗ trợ gõ chữ trong WordPad.</a:t>
            </a:r>
            <a:endParaRPr lang="en-US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CA3E40-3BBA-5859-6AA1-0D2F36264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4" y="2226988"/>
            <a:ext cx="10507541" cy="359142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2E31C32-14CD-D9B4-DCA7-BCD6B2B29FEE}"/>
              </a:ext>
            </a:extLst>
          </p:cNvPr>
          <p:cNvSpPr/>
          <p:nvPr/>
        </p:nvSpPr>
        <p:spPr>
          <a:xfrm>
            <a:off x="9882231" y="2315361"/>
            <a:ext cx="1166070" cy="671120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2E9AFE-40AA-25A7-2ABF-BC511803190A}"/>
              </a:ext>
            </a:extLst>
          </p:cNvPr>
          <p:cNvSpPr/>
          <p:nvPr/>
        </p:nvSpPr>
        <p:spPr>
          <a:xfrm>
            <a:off x="9898475" y="3687141"/>
            <a:ext cx="1166070" cy="671120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6BDE7-EB8D-2155-1087-A982AE7A38BC}"/>
              </a:ext>
            </a:extLst>
          </p:cNvPr>
          <p:cNvSpPr/>
          <p:nvPr/>
        </p:nvSpPr>
        <p:spPr>
          <a:xfrm>
            <a:off x="622184" y="2978092"/>
            <a:ext cx="1166070" cy="671120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3C3E86B-FE6D-27BC-9B17-9016216CB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301" y="2226988"/>
            <a:ext cx="609741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15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257422" y="-224465"/>
            <a:ext cx="5679831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535" y="917466"/>
            <a:ext cx="9399607" cy="101566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000" b="1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Yêu cầu học sinh mở chương trình WordPad và gõ vào nội dung Luyện tập trong sách LQTH 2, trang 38.</a:t>
            </a:r>
            <a:endParaRPr lang="en-US" sz="3000" b="1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3977" y="2157594"/>
            <a:ext cx="8263165" cy="451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110154" y="-123352"/>
            <a:ext cx="5750169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0014" y="917466"/>
            <a:ext cx="11439601" cy="132343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Em hãy khởi động phần mềm Wordpad và gõ vào nội dung vận dụng trong sách LQTH 2, trang 38:</a:t>
            </a:r>
            <a:endParaRPr lang="en-US" sz="4000" b="1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666" y="2364257"/>
            <a:ext cx="10044248" cy="406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416723" y="318815"/>
            <a:ext cx="557432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68" y="1900399"/>
            <a:ext cx="9426668" cy="37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</TotalTime>
  <Words>331</Words>
  <Application>Microsoft Office PowerPoint</Application>
  <PresentationFormat>Widescreen</PresentationFormat>
  <Paragraphs>37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vận dụng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151</cp:revision>
  <dcterms:created xsi:type="dcterms:W3CDTF">2017-05-10T09:07:55Z</dcterms:created>
  <dcterms:modified xsi:type="dcterms:W3CDTF">2026-03-16T14:33:45Z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