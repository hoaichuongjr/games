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tags/tag2.xml" ContentType="application/vnd.openxmlformats-officedocument.presentationml.tags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2"/>
  </p:sldMasterIdLst>
  <p:notesMasterIdLst>
    <p:notesMasterId r:id="rId13"/>
  </p:notesMasterIdLst>
  <p:sldIdLst>
    <p:sldId id="379" r:id="rId3"/>
    <p:sldId id="260" r:id="rId4"/>
    <p:sldId id="262" r:id="rId5"/>
    <p:sldId id="349" r:id="rId6"/>
    <p:sldId id="353" r:id="rId7"/>
    <p:sldId id="380" r:id="rId8"/>
    <p:sldId id="351" r:id="rId9"/>
    <p:sldId id="270" r:id="rId10"/>
    <p:sldId id="277" r:id="rId11"/>
    <p:sldId id="360" r:id="rId12"/>
  </p:sldIdLst>
  <p:sldSz cx="12192000" cy="6858000"/>
  <p:notesSz cx="6858000" cy="9144000"/>
  <p:custDataLst>
    <p:tags r:id="rId14"/>
  </p:custDataLst>
  <p:defaultTextStyle>
    <a:defPPr>
      <a:defRPr lang="zh-CN"/>
    </a:defPPr>
    <a:lvl1pPr algn="l" defTabSz="1217295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Calibri" panose="020F0502020204030204" pitchFamily="34" charset="0"/>
        <a:ea typeface="幼圆" panose="02010509060101010101" pitchFamily="49" charset="-122"/>
        <a:cs typeface="+mn-cs"/>
      </a:defRPr>
    </a:lvl1pPr>
    <a:lvl2pPr marL="608330" indent="-151130" algn="l" defTabSz="1217295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Calibri" panose="020F0502020204030204" pitchFamily="34" charset="0"/>
        <a:ea typeface="幼圆" panose="02010509060101010101" pitchFamily="49" charset="-122"/>
        <a:cs typeface="+mn-cs"/>
      </a:defRPr>
    </a:lvl2pPr>
    <a:lvl3pPr marL="1217930" indent="-303530" algn="l" defTabSz="1217295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Calibri" panose="020F0502020204030204" pitchFamily="34" charset="0"/>
        <a:ea typeface="幼圆" panose="02010509060101010101" pitchFamily="49" charset="-122"/>
        <a:cs typeface="+mn-cs"/>
      </a:defRPr>
    </a:lvl3pPr>
    <a:lvl4pPr marL="1827530" indent="-455930" algn="l" defTabSz="1217295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Calibri" panose="020F0502020204030204" pitchFamily="34" charset="0"/>
        <a:ea typeface="幼圆" panose="02010509060101010101" pitchFamily="49" charset="-122"/>
        <a:cs typeface="+mn-cs"/>
      </a:defRPr>
    </a:lvl4pPr>
    <a:lvl5pPr marL="2437130" indent="-608330" algn="l" defTabSz="1217295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Calibri" panose="020F0502020204030204" pitchFamily="34" charset="0"/>
        <a:ea typeface="幼圆" panose="02010509060101010101" pitchFamily="49" charset="-122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Calibri" panose="020F0502020204030204" pitchFamily="34" charset="0"/>
        <a:ea typeface="幼圆" panose="02010509060101010101" pitchFamily="49" charset="-122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Calibri" panose="020F0502020204030204" pitchFamily="34" charset="0"/>
        <a:ea typeface="幼圆" panose="02010509060101010101" pitchFamily="49" charset="-122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Calibri" panose="020F0502020204030204" pitchFamily="34" charset="0"/>
        <a:ea typeface="幼圆" panose="02010509060101010101" pitchFamily="49" charset="-122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Calibri" panose="020F0502020204030204" pitchFamily="34" charset="0"/>
        <a:ea typeface="幼圆" panose="02010509060101010101" pitchFamily="49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050AD"/>
    <a:srgbClr val="005092"/>
    <a:srgbClr val="DC5389"/>
    <a:srgbClr val="D1E7E5"/>
    <a:srgbClr val="FFCC66"/>
    <a:srgbClr val="F9FCFB"/>
    <a:srgbClr val="FCA821"/>
    <a:srgbClr val="239071"/>
    <a:srgbClr val="FFFFFF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8912" autoAdjust="0"/>
  </p:normalViewPr>
  <p:slideViewPr>
    <p:cSldViewPr snapToGrid="0">
      <p:cViewPr varScale="1">
        <p:scale>
          <a:sx n="103" d="100"/>
          <a:sy n="103" d="100"/>
        </p:scale>
        <p:origin x="424" y="7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86" d="100"/>
          <a:sy n="86" d="100"/>
        </p:scale>
        <p:origin x="3522" y="5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defTabSz="1218565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思源黑体 CN Normal" panose="020B0400000000000000" pitchFamily="34" charset="-122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defTabSz="1218565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思源黑体 CN Normal" panose="020B0400000000000000" pitchFamily="34" charset="-122"/>
                <a:ea typeface="+mn-ea"/>
              </a:defRPr>
            </a:lvl1pPr>
          </a:lstStyle>
          <a:p>
            <a:pPr>
              <a:defRPr/>
            </a:pPr>
            <a:fld id="{E3649B75-C036-43A6-B586-D4D3956B9750}" type="datetimeFigureOut">
              <a:rPr lang="zh-CN" altLang="en-US" smtClean="0"/>
              <a:pPr>
                <a:defRPr/>
              </a:pPr>
              <a:t>2026/5/4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CN" altLang="en-US" noProof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noProof="0" dirty="0"/>
              <a:t>模板来自于 </a:t>
            </a:r>
            <a:r>
              <a:rPr lang="en-US" altLang="zh-CN" noProof="0" dirty="0"/>
              <a:t>http://docer.mysoeasy.com</a:t>
            </a:r>
            <a:endParaRPr lang="zh-CN" altLang="en-US" noProof="0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defTabSz="1218565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思源黑体 CN Normal" panose="020B0400000000000000" pitchFamily="34" charset="-122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defTabSz="1218565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思源黑体 CN Normal" panose="020B0400000000000000" pitchFamily="34" charset="-122"/>
                <a:ea typeface="+mn-ea"/>
              </a:defRPr>
            </a:lvl1pPr>
          </a:lstStyle>
          <a:p>
            <a:pPr>
              <a:defRPr/>
            </a:pPr>
            <a:fld id="{D57F35CC-AECF-450E-A632-155F605872FB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806665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1217295" rtl="0" eaLnBrk="0" fontAlgn="base" hangingPunct="0">
      <a:spcBef>
        <a:spcPct val="30000"/>
      </a:spcBef>
      <a:spcAft>
        <a:spcPct val="0"/>
      </a:spcAft>
      <a:buFont typeface="Arial" panose="020B0604020202020204" pitchFamily="34" charset="0"/>
      <a:defRPr kern="1200">
        <a:solidFill>
          <a:srgbClr val="FF0000"/>
        </a:solidFill>
        <a:latin typeface="思源黑体 CN Normal" panose="020B0400000000000000" pitchFamily="34" charset="-122"/>
        <a:ea typeface="+mn-ea"/>
        <a:cs typeface="+mn-cs"/>
      </a:defRPr>
    </a:lvl1pPr>
    <a:lvl2pPr marL="742950" indent="-285750" algn="l" defTabSz="1217295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143000" indent="-228600" algn="l" defTabSz="1217295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600200" indent="-228600" algn="l" defTabSz="1217295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057400" indent="-228600" algn="l" defTabSz="1217295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8000" algn="l" defTabSz="121856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600" algn="l" defTabSz="121856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200" algn="l" defTabSz="121856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800" algn="l" defTabSz="121856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44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865"/>
              <a:t>亮亮图文旗舰店</a:t>
            </a:r>
            <a:r>
              <a:rPr lang="en-US" altLang="zh-CN" sz="1865"/>
              <a:t>https://liangliangtuwen.tmall.com</a:t>
            </a:r>
            <a:endParaRPr lang="zh-CN" altLang="en-US" sz="1865"/>
          </a:p>
        </p:txBody>
      </p:sp>
      <p:sp>
        <p:nvSpPr>
          <p:cNvPr id="7172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/>
          <a:lstStyle>
            <a:lvl1pPr>
              <a:spcBef>
                <a:spcPct val="30000"/>
              </a:spcBef>
              <a:buFont typeface="Arial" panose="020B0604020202020204" pitchFamily="34" charset="0"/>
              <a:defRPr>
                <a:solidFill>
                  <a:srgbClr val="FF0000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30000"/>
              </a:spcBef>
              <a:defRPr sz="16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30000"/>
              </a:spcBef>
              <a:defRPr sz="16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30000"/>
              </a:spcBef>
              <a:defRPr sz="16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30000"/>
              </a:spcBef>
              <a:defRPr sz="16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defTabSz="1217295" eaLnBrk="0" fontAlgn="base" hangingPunct="0">
              <a:spcBef>
                <a:spcPct val="3000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defTabSz="1217295" eaLnBrk="0" fontAlgn="base" hangingPunct="0">
              <a:spcBef>
                <a:spcPct val="3000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defTabSz="1217295" eaLnBrk="0" fontAlgn="base" hangingPunct="0">
              <a:spcBef>
                <a:spcPct val="3000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defTabSz="1217295" eaLnBrk="0" fontAlgn="base" hangingPunct="0">
              <a:spcBef>
                <a:spcPct val="3000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defTabSz="1217295" fontAlgn="base">
              <a:spcBef>
                <a:spcPct val="0"/>
              </a:spcBef>
              <a:spcAft>
                <a:spcPct val="0"/>
              </a:spcAft>
              <a:buFontTx/>
              <a:buNone/>
            </a:pPr>
            <a:fld id="{04AECACE-C708-43AA-9ADF-9E0A79DBA94A}" type="slidenum">
              <a:rPr lang="zh-CN" altLang="en-US" smtClean="0">
                <a:solidFill>
                  <a:schemeClr val="tx1"/>
                </a:solidFill>
                <a:latin typeface="思源黑体 CN Normal" panose="020B0400000000000000" pitchFamily="34" charset="-122"/>
              </a:rPr>
              <a:pPr defTabSz="1217295" fontAlgn="base">
                <a:spcBef>
                  <a:spcPct val="0"/>
                </a:spcBef>
                <a:spcAft>
                  <a:spcPct val="0"/>
                </a:spcAft>
                <a:buFontTx/>
                <a:buNone/>
              </a:pPr>
              <a:t>2</a:t>
            </a:fld>
            <a:endParaRPr lang="zh-CN" altLang="en-US">
              <a:solidFill>
                <a:schemeClr val="tx1"/>
              </a:solidFill>
              <a:latin typeface="思源黑体 CN Normal" panose="020B04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827347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57F35CC-AECF-450E-A632-155F605872FB}" type="slidenum">
              <a:rPr lang="zh-CN" altLang="en-US" smtClean="0"/>
              <a:pPr>
                <a:defRPr/>
              </a:pPr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0382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57F35CC-AECF-450E-A632-155F605872FB}" type="slidenum">
              <a:rPr lang="zh-CN" altLang="en-US" smtClean="0"/>
              <a:pPr>
                <a:defRPr/>
              </a:pPr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252680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57F35CC-AECF-450E-A632-155F605872FB}" type="slidenum">
              <a:rPr lang="zh-CN" altLang="en-US" smtClean="0"/>
              <a:pPr>
                <a:defRPr/>
              </a:pPr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55220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68F90-261D-E2D3-09C9-ABDE810E1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CDDAB67-C857-DF33-B6E0-AA821A7077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8526DDF-689F-901F-5FAF-076A5A3429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743D8E6-AFED-AA54-6863-39E07A5687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57F35CC-AECF-450E-A632-155F605872FB}" type="slidenum">
              <a:rPr lang="zh-CN" altLang="en-US" smtClean="0"/>
              <a:pPr>
                <a:defRPr/>
              </a:pPr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06341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57F35CC-AECF-450E-A632-155F605872FB}" type="slidenum">
              <a:rPr lang="zh-CN" altLang="en-US" smtClean="0"/>
              <a:pPr>
                <a:defRPr/>
              </a:pPr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777797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57F35CC-AECF-450E-A632-155F605872FB}" type="slidenum">
              <a:rPr lang="zh-CN" altLang="en-US" smtClean="0"/>
              <a:pPr>
                <a:defRPr/>
              </a:pPr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474256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57F35CC-AECF-450E-A632-155F605872FB}" type="slidenum">
              <a:rPr lang="zh-CN" altLang="en-US" smtClean="0"/>
              <a:pPr>
                <a:defRPr/>
              </a:pPr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823354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BDAEED1-DB3D-437D-B33B-48D9105532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323896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1214" y="845128"/>
            <a:ext cx="7441077" cy="2604550"/>
          </a:xfrm>
        </p:spPr>
        <p:txBody>
          <a:bodyPr anchor="ctr">
            <a:normAutofit/>
          </a:bodyPr>
          <a:lstStyle>
            <a:lvl1pPr algn="ctr">
              <a:lnSpc>
                <a:spcPct val="150000"/>
              </a:lnSpc>
              <a:defRPr sz="4400" b="1" i="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99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B1227B1-864B-47CB-B8FD-7D024961E14C}" type="datetimeFigureOut">
              <a:rPr lang="zh-CN" altLang="en-US"/>
              <a:pPr>
                <a:defRPr/>
              </a:pPr>
              <a:t>2026/5/4</a:t>
            </a:fld>
            <a:endParaRPr lang="zh-CN" altLang="en-US"/>
          </a:p>
        </p:txBody>
      </p:sp>
      <p:sp>
        <p:nvSpPr>
          <p:cNvPr id="100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01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3E7EE4C-9BF1-4250-B807-668456CE46A3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122524" y="3581521"/>
            <a:ext cx="7480178" cy="671821"/>
          </a:xfrm>
        </p:spPr>
        <p:txBody>
          <a:bodyPr anchor="ctr">
            <a:noAutofit/>
          </a:bodyPr>
          <a:lstStyle>
            <a:lvl1pPr marL="0" indent="0" algn="ctr">
              <a:lnSpc>
                <a:spcPct val="150000"/>
              </a:lnSpc>
              <a:buNone/>
              <a:defRPr sz="2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1214" y="845128"/>
            <a:ext cx="7441077" cy="2604550"/>
          </a:xfrm>
        </p:spPr>
        <p:txBody>
          <a:bodyPr anchor="ctr">
            <a:normAutofit/>
          </a:bodyPr>
          <a:lstStyle>
            <a:lvl1pPr algn="ctr">
              <a:lnSpc>
                <a:spcPct val="150000"/>
              </a:lnSpc>
              <a:defRPr sz="4400" b="1" i="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99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B1227B1-864B-47CB-B8FD-7D024961E14C}" type="datetimeFigureOut">
              <a:rPr lang="zh-CN" altLang="en-US"/>
              <a:pPr>
                <a:defRPr/>
              </a:pPr>
              <a:t>2026/5/4</a:t>
            </a:fld>
            <a:endParaRPr lang="zh-CN" altLang="en-US"/>
          </a:p>
        </p:txBody>
      </p:sp>
      <p:sp>
        <p:nvSpPr>
          <p:cNvPr id="100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01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3E7EE4C-9BF1-4250-B807-668456CE46A3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122524" y="3581521"/>
            <a:ext cx="7480178" cy="671821"/>
          </a:xfrm>
        </p:spPr>
        <p:txBody>
          <a:bodyPr anchor="ctr">
            <a:noAutofit/>
          </a:bodyPr>
          <a:lstStyle>
            <a:lvl1pPr marL="0" indent="0" algn="ctr">
              <a:lnSpc>
                <a:spcPct val="150000"/>
              </a:lnSpc>
              <a:buNone/>
              <a:defRPr sz="2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20391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1B29D4B-2CA7-47A8-86E5-FE890B1AEF36}" type="datetimeFigureOut">
              <a:rPr lang="zh-CN" altLang="en-US"/>
              <a:pPr>
                <a:defRPr/>
              </a:pPr>
              <a:t>2026/5/4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A2127CC-6915-48A9-B008-AF3C75820C2D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2026/5/4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3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2026/5/4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4353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2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2026/5/4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84705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1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2026/5/4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55111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0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2026/5/4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377393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9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2026/5/4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31935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8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2026/5/4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88593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7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2026/5/4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68008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6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2026/5/4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87652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5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2026/5/4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0412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4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2026/5/4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21720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3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2026/5/4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799472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2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2026/5/4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68745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2026/5/4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921712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3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3pPr>
            <a:lvl4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4pPr>
            <a:lvl5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3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3pPr>
            <a:lvl4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4pPr>
            <a:lvl5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F503295-1E4B-43CB-ACE7-ED4E99C07012}" type="datetimeFigureOut">
              <a:rPr lang="zh-CN" altLang="en-US"/>
              <a:pPr>
                <a:defRPr/>
              </a:pPr>
              <a:t>2026/5/4</a:t>
            </a:fld>
            <a:endParaRPr lang="zh-CN" alt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C0F0ABD-4112-4B46-AE5F-F7B3FCC15149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>
            <a:lvl3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3pPr>
            <a:lvl4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4pPr>
            <a:lvl5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>
            <a:lvl3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3pPr>
            <a:lvl4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4pPr>
            <a:lvl5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41170D5-879E-4918-AA43-1581FF74425B}" type="datetimeFigureOut">
              <a:rPr lang="zh-CN" altLang="en-US"/>
              <a:pPr>
                <a:defRPr/>
              </a:pPr>
              <a:t>2026/5/4</a:t>
            </a:fld>
            <a:endParaRPr lang="zh-CN" alt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4CF617F-1FAF-4B1F-8DA8-C199C45268F9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亮亮图文旗舰店https://liangliangtuwen.tmall.c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A7857CE-0B02-4E23-8C71-0AC50F027A2D}" type="datetimeFigureOut">
              <a:rPr lang="zh-CN" altLang="en-US"/>
              <a:pPr>
                <a:defRPr/>
              </a:pPr>
              <a:t>2026/5/4</a:t>
            </a:fld>
            <a:endParaRPr lang="zh-CN" alt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1637C59-ACF1-46EC-AA2B-C1494FFFC09F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EC2F33-1B8F-49A4-B81C-5C1A866997DB}" type="datetimeFigureOut">
              <a:rPr lang="zh-CN" altLang="en-US"/>
              <a:pPr>
                <a:defRPr/>
              </a:pPr>
              <a:t>2026/5/4</a:t>
            </a:fld>
            <a:endParaRPr lang="zh-CN" altLang="en-US"/>
          </a:p>
        </p:txBody>
      </p:sp>
      <p:sp>
        <p:nvSpPr>
          <p:cNvPr id="4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047A2D-2746-4C2C-8659-5794A5D30568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0" y="0"/>
            <a:ext cx="12192002" cy="6858001"/>
          </a:xfrm>
          <a:prstGeom prst="rect">
            <a:avLst/>
          </a:prstGeom>
          <a:solidFill>
            <a:srgbClr val="D1E7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lvl="0" algn="ctr" defTabSz="914400" eaLnBrk="1" latinLnBrk="0" hangingPunct="1"/>
            <a:endParaRPr lang="zh-CN" altLang="en-US" sz="1800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3pPr>
            <a:lvl4pPr>
              <a:defRPr sz="2000"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4pPr>
            <a:lvl5pPr>
              <a:defRPr sz="2000"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8EF24E-7ACB-4130-A95E-31B492E4DC89}" type="datetimeFigureOut">
              <a:rPr lang="zh-CN" altLang="en-US"/>
              <a:pPr>
                <a:defRPr/>
              </a:pPr>
              <a:t>2026/5/4</a:t>
            </a:fld>
            <a:endParaRPr lang="zh-CN" alt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47E9992-9A03-4D74-B6F7-FDB10D1C5093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CN" altLang="en-US" noProof="0"/>
              <a:t>单击图标添加图片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EF34395-4959-4A0C-96FB-5F242B3DEB06}" type="datetimeFigureOut">
              <a:rPr lang="zh-CN" altLang="en-US"/>
              <a:pPr>
                <a:defRPr/>
              </a:pPr>
              <a:t>2026/5/4</a:t>
            </a:fld>
            <a:endParaRPr lang="zh-CN" alt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38EBC8F-9660-4E80-9F8E-C4E5D79BDABB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3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3pPr>
            <a:lvl4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4pPr>
            <a:lvl5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D0CAE8C-B19C-4977-8BCA-B32C13833C88}" type="datetimeFigureOut">
              <a:rPr lang="zh-CN" altLang="en-US"/>
              <a:pPr>
                <a:defRPr/>
              </a:pPr>
              <a:t>2026/5/4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82A551E-31EC-4F7A-A252-B2FCA315F68C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垂直排列标题与 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>
            <a:lvl3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3pPr>
            <a:lvl4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4pPr>
            <a:lvl5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B0D3A26-0640-4C70-A709-B1491CCE26F4}" type="datetimeFigureOut">
              <a:rPr lang="zh-CN" altLang="en-US"/>
              <a:pPr>
                <a:defRPr/>
              </a:pPr>
              <a:t>2026/5/4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E231408-E647-409A-B508-321AFC4E7C0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DB711-A6F8-4639-8AFC-121229B08AAF}" type="datetimeFigureOut">
              <a:rPr lang="en-US" smtClean="0"/>
              <a:pPr/>
              <a:t>04/05/2026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978024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DB711-A6F8-4639-8AFC-121229B08AAF}" type="datetimeFigureOut">
              <a:rPr lang="en-US" smtClean="0"/>
              <a:pPr/>
              <a:t>04/05/2026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2595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DB711-A6F8-4639-8AFC-121229B08AAF}" type="datetimeFigureOut">
              <a:rPr lang="en-US" smtClean="0"/>
              <a:pPr/>
              <a:t>04/05/2026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1511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DB711-A6F8-4639-8AFC-121229B08AAF}" type="datetimeFigureOut">
              <a:rPr lang="en-US" smtClean="0"/>
              <a:pPr/>
              <a:t>04/05/2026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66833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DB711-A6F8-4639-8AFC-121229B08AAF}" type="datetimeFigureOut">
              <a:rPr lang="en-US" smtClean="0"/>
              <a:pPr/>
              <a:t>04/05/2026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4435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DB711-A6F8-4639-8AFC-121229B08AAF}" type="datetimeFigureOut">
              <a:rPr lang="en-US" smtClean="0"/>
              <a:pPr/>
              <a:t>04/05/2026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5886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DB711-A6F8-4639-8AFC-121229B08AAF}" type="datetimeFigureOut">
              <a:rPr lang="en-US" smtClean="0"/>
              <a:pPr/>
              <a:t>04/05/2026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43331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DB711-A6F8-4639-8AFC-121229B08AAF}" type="datetimeFigureOut">
              <a:rPr lang="en-US" smtClean="0"/>
              <a:pPr/>
              <a:t>04/05/2026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10758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DB711-A6F8-4639-8AFC-121229B08AAF}" type="datetimeFigureOut">
              <a:rPr lang="en-US" smtClean="0"/>
              <a:pPr/>
              <a:t>04/05/2026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60533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DB711-A6F8-4639-8AFC-121229B08AAF}" type="datetimeFigureOut">
              <a:rPr lang="en-US" smtClean="0"/>
              <a:pPr/>
              <a:t>04/05/2026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89224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DB711-A6F8-4639-8AFC-121229B08AAF}" type="datetimeFigureOut">
              <a:rPr lang="en-US" smtClean="0"/>
              <a:pPr/>
              <a:t>04/05/2026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9540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DB711-A6F8-4639-8AFC-121229B08AAF}" type="datetimeFigureOut">
              <a:rPr lang="en-US" smtClean="0"/>
              <a:pPr/>
              <a:t>04/05/2026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5937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1.jp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3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28.xml"/><Relationship Id="rId7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7.xml"/><Relationship Id="rId2" Type="http://schemas.openxmlformats.org/officeDocument/2006/relationships/slideLayout" Target="../slideLayouts/slideLayout27.xml"/><Relationship Id="rId1" Type="http://schemas.openxmlformats.org/officeDocument/2006/relationships/slideLayout" Target="../slideLayouts/slideLayout26.xml"/><Relationship Id="rId6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5.xml"/><Relationship Id="rId4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4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7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-1" y="0"/>
            <a:ext cx="12192002" cy="6858001"/>
          </a:xfrm>
          <a:prstGeom prst="rect">
            <a:avLst/>
          </a:prstGeom>
          <a:blipFill dpi="0" rotWithShape="1">
            <a:blip r:embed="rId2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54063" y="1769806"/>
            <a:ext cx="10680700" cy="45865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1218565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6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1pPr>
          </a:lstStyle>
          <a:p>
            <a:pPr>
              <a:defRPr/>
            </a:pPr>
            <a:fld id="{CE9557E7-78E4-435A-A3A8-EB5A40A4B307}" type="datetimeFigureOut">
              <a:rPr lang="zh-CN" altLang="en-US" smtClean="0"/>
              <a:pPr>
                <a:defRPr/>
              </a:pPr>
              <a:t>2026/5/4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defTabSz="1218565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6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1218565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6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1pPr>
          </a:lstStyle>
          <a:p>
            <a:pPr>
              <a:defRPr/>
            </a:pPr>
            <a:fld id="{EB3DC92C-287B-43BD-8FAB-B84E3B43B89E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  <p:sp>
        <p:nvSpPr>
          <p:cNvPr id="1031" name="Title Placeholder 1"/>
          <p:cNvSpPr>
            <a:spLocks noGrp="1"/>
          </p:cNvSpPr>
          <p:nvPr>
            <p:ph type="title"/>
          </p:nvPr>
        </p:nvSpPr>
        <p:spPr bwMode="auto">
          <a:xfrm>
            <a:off x="754063" y="162393"/>
            <a:ext cx="10680700" cy="1115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/>
            <a:r>
              <a:rPr lang="zh-CN" altLang="en-US" dirty="0"/>
              <a:t>单击此处编辑母版标题样式</a:t>
            </a:r>
            <a:endParaRPr lang="en-US" altLang="zh-C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6" r:id="rId2"/>
    <p:sldLayoutId id="2147483650" r:id="rId3"/>
    <p:sldLayoutId id="2147483651" r:id="rId4"/>
    <p:sldLayoutId id="2147483689" r:id="rId5"/>
    <p:sldLayoutId id="2147483688" r:id="rId6"/>
    <p:sldLayoutId id="2147483687" r:id="rId7"/>
    <p:sldLayoutId id="2147483686" r:id="rId8"/>
    <p:sldLayoutId id="2147483685" r:id="rId9"/>
    <p:sldLayoutId id="2147483684" r:id="rId10"/>
    <p:sldLayoutId id="2147483683" r:id="rId11"/>
    <p:sldLayoutId id="2147483682" r:id="rId12"/>
    <p:sldLayoutId id="2147483681" r:id="rId13"/>
    <p:sldLayoutId id="2147483680" r:id="rId14"/>
    <p:sldLayoutId id="2147483679" r:id="rId15"/>
    <p:sldLayoutId id="2147483678" r:id="rId16"/>
    <p:sldLayoutId id="2147483677" r:id="rId17"/>
    <p:sldLayoutId id="2147483652" r:id="rId18"/>
    <p:sldLayoutId id="2147483653" r:id="rId19"/>
    <p:sldLayoutId id="2147483654" r:id="rId20"/>
    <p:sldLayoutId id="2147483655" r:id="rId21"/>
    <p:sldLayoutId id="2147483656" r:id="rId22"/>
    <p:sldLayoutId id="2147483657" r:id="rId23"/>
    <p:sldLayoutId id="2147483658" r:id="rId24"/>
    <p:sldLayoutId id="2147483659" r:id="rId25"/>
  </p:sldLayoutIdLst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accent1"/>
          </a:solidFill>
          <a:effectLst/>
          <a:latin typeface="思源黑体 CN Normal" panose="020B0400000000000000" pitchFamily="34" charset="-122"/>
          <a:ea typeface="思源黑体 CN Normal" panose="020B0400000000000000" pitchFamily="34" charset="-122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chemeClr val="accent1"/>
          </a:solidFill>
          <a:latin typeface="Arial" panose="020B0604020202020204" pitchFamily="34" charset="0"/>
          <a:ea typeface="黑体" panose="02010609060101010101" pitchFamily="49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chemeClr val="accent1"/>
          </a:solidFill>
          <a:latin typeface="Arial" panose="020B0604020202020204" pitchFamily="34" charset="0"/>
          <a:ea typeface="黑体" panose="02010609060101010101" pitchFamily="49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chemeClr val="accent1"/>
          </a:solidFill>
          <a:latin typeface="Arial" panose="020B0604020202020204" pitchFamily="34" charset="0"/>
          <a:ea typeface="黑体" panose="02010609060101010101" pitchFamily="49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chemeClr val="accent1"/>
          </a:solidFill>
          <a:latin typeface="Arial" panose="020B0604020202020204" pitchFamily="34" charset="0"/>
          <a:ea typeface="黑体" panose="02010609060101010101" pitchFamily="49" charset="-122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Tempus Sans ITC" panose="04020404030D07020202" pitchFamily="82" charset="0"/>
          <a:ea typeface="幼圆" panose="02010509060101010101" pitchFamily="49" charset="-122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Tempus Sans ITC" panose="04020404030D07020202" pitchFamily="82" charset="0"/>
          <a:ea typeface="幼圆" panose="02010509060101010101" pitchFamily="49" charset="-122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Tempus Sans ITC" panose="04020404030D07020202" pitchFamily="82" charset="0"/>
          <a:ea typeface="幼圆" panose="02010509060101010101" pitchFamily="49" charset="-122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Tempus Sans ITC" panose="04020404030D07020202" pitchFamily="82" charset="0"/>
          <a:ea typeface="幼圆" panose="02010509060101010101" pitchFamily="49" charset="-122"/>
        </a:defRPr>
      </a:lvl9pPr>
    </p:titleStyle>
    <p:bodyStyle>
      <a:lvl1pPr marL="357505" indent="-357505" algn="l" rtl="0" eaLnBrk="0" fontAlgn="base" hangingPunct="0">
        <a:lnSpc>
          <a:spcPct val="90000"/>
        </a:lnSpc>
        <a:spcBef>
          <a:spcPts val="1800"/>
        </a:spcBef>
        <a:spcAft>
          <a:spcPct val="0"/>
        </a:spcAft>
        <a:buClr>
          <a:schemeClr val="tx1"/>
        </a:buClr>
        <a:buSzPct val="80000"/>
        <a:buFont typeface="Wingdings 2" panose="05020102010507070707" pitchFamily="18" charset="2"/>
        <a:buChar char="ê"/>
        <a:defRPr sz="2400" kern="1200">
          <a:solidFill>
            <a:schemeClr val="tx1"/>
          </a:solidFill>
          <a:latin typeface="思源黑体 CN Normal" panose="020B0400000000000000" pitchFamily="34" charset="-122"/>
          <a:ea typeface="思源黑体 CN Normal" panose="020B0400000000000000" pitchFamily="34" charset="-122"/>
          <a:cs typeface="+mn-cs"/>
        </a:defRPr>
      </a:lvl1pPr>
      <a:lvl2pPr marL="357505" indent="-357505" algn="l" rtl="0" eaLnBrk="0" fontAlgn="base" hangingPunct="0">
        <a:lnSpc>
          <a:spcPct val="130000"/>
        </a:lnSpc>
        <a:spcBef>
          <a:spcPct val="0"/>
        </a:spcBef>
        <a:spcAft>
          <a:spcPct val="0"/>
        </a:spcAft>
        <a:buClr>
          <a:schemeClr val="tx1"/>
        </a:buClr>
        <a:buFont typeface="Wingdings 2" panose="05020102010507070707" pitchFamily="18" charset="2"/>
        <a:buChar char="ê"/>
        <a:defRPr sz="1600" kern="1200">
          <a:solidFill>
            <a:schemeClr val="tx1"/>
          </a:solidFill>
          <a:latin typeface="思源黑体 CN Normal" panose="020B0400000000000000" pitchFamily="34" charset="-122"/>
          <a:ea typeface="思源黑体 CN Normal" panose="020B0400000000000000" pitchFamily="34" charset="-122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rgbClr val="262626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rgbClr val="262626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rgbClr val="26262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DDB711-A6F8-4639-8AFC-121229B08AAF}" type="datetimeFigureOut">
              <a:rPr lang="en-US" smtClean="0"/>
              <a:pPr/>
              <a:t>04/05/2026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4987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90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microsoft.com/office/2007/relationships/hdphoto" Target="../media/hdphoto2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7.xml"/><Relationship Id="rId1" Type="http://schemas.openxmlformats.org/officeDocument/2006/relationships/tags" Target="../tags/tag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3A3F9CF-CD59-1B8C-4B9D-98E2EFD974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6889" y="0"/>
            <a:ext cx="3394084" cy="10195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F52938C-A47C-D298-2BA0-B56FCFFF208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6924" y="0"/>
            <a:ext cx="48581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9781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305463" y="1075603"/>
            <a:ext cx="9818009" cy="1569660"/>
          </a:xfrm>
          <a:prstGeom prst="rect">
            <a:avLst/>
          </a:prstGeom>
          <a:noFill/>
          <a:ln>
            <a:noFill/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txBody>
          <a:bodyPr wrap="none" rtlCol="0">
            <a:spAutoFit/>
          </a:bodyPr>
          <a:lstStyle/>
          <a:p>
            <a:pPr algn="ctr"/>
            <a:r>
              <a:rPr lang="en-US" sz="48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Chủ</a:t>
            </a:r>
            <a:r>
              <a:rPr lang="en-US" sz="48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8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48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4</a:t>
            </a:r>
            <a:endParaRPr lang="en-US" sz="4800" b="1" i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48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TRẢI NGHIỆM CÙNG WORDPAD</a:t>
            </a:r>
            <a:endParaRPr lang="en-US" sz="4800" b="1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436688" y="3084879"/>
            <a:ext cx="9555565" cy="76944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marL="139700" algn="ctr">
              <a:spcBef>
                <a:spcPts val="480"/>
              </a:spcBef>
              <a:spcAft>
                <a:spcPts val="600"/>
              </a:spcAft>
            </a:pPr>
            <a:r>
              <a:rPr lang="en-US" sz="44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Bài</a:t>
            </a:r>
            <a:r>
              <a:rPr lang="en-US" sz="4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14 :  </a:t>
            </a:r>
            <a:r>
              <a:rPr lang="en-US" sz="44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Chèn</a:t>
            </a:r>
            <a:r>
              <a:rPr lang="en-US" sz="4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hình</a:t>
            </a:r>
            <a:r>
              <a:rPr lang="en-US" sz="4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vẽ</a:t>
            </a:r>
            <a:r>
              <a:rPr lang="en-US" sz="4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trong</a:t>
            </a:r>
            <a:r>
              <a:rPr lang="en-US" sz="4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WordPad</a:t>
            </a:r>
            <a:endParaRPr lang="en-US" sz="4400" b="1" i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88C69FF-132C-2C20-BC1D-4F9CB397FB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6889" y="0"/>
            <a:ext cx="3394084" cy="1019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标题 1"/>
          <p:cNvSpPr>
            <a:spLocks noGrp="1"/>
          </p:cNvSpPr>
          <p:nvPr>
            <p:ph type="title"/>
          </p:nvPr>
        </p:nvSpPr>
        <p:spPr>
          <a:xfrm>
            <a:off x="3598214" y="181187"/>
            <a:ext cx="2889957" cy="917466"/>
          </a:xfrm>
        </p:spPr>
        <p:txBody>
          <a:bodyPr/>
          <a:lstStyle/>
          <a:p>
            <a:pPr marL="0" lvl="0" algn="just"/>
            <a:r>
              <a:rPr lang="en-US" altLang="zh-CN" sz="4800" b="1" i="0" u="none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altLang="zh-CN" sz="4800" b="1" i="0" u="none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4800" b="1" i="0" u="none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iêu</a:t>
            </a:r>
            <a:endParaRPr lang="en-US" altLang="zh-CN" sz="4800" b="1" i="0" u="none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899109F-0749-4B84-97B5-5682B5AA1A81}"/>
              </a:ext>
            </a:extLst>
          </p:cNvPr>
          <p:cNvSpPr/>
          <p:nvPr/>
        </p:nvSpPr>
        <p:spPr>
          <a:xfrm>
            <a:off x="95002" y="1621409"/>
            <a:ext cx="12096997" cy="376129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200"/>
              </a:spcAft>
            </a:pP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Biết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khởi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thoát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khỏi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phần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mềm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Paint</a:t>
            </a:r>
          </a:p>
          <a:p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Biết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phần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bản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cửa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sổ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phần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mềm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Paint.</a:t>
            </a:r>
          </a:p>
          <a:p>
            <a:pPr algn="ctr"/>
            <a:endParaRPr lang="en-US" sz="20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84F832C-5639-6404-ABCE-AA6D8B3693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6889" y="0"/>
            <a:ext cx="3394084" cy="1019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8" grpId="0"/>
      <p:bldP spid="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标题 1"/>
          <p:cNvSpPr>
            <a:spLocks noGrp="1"/>
          </p:cNvSpPr>
          <p:nvPr>
            <p:ph type="title"/>
          </p:nvPr>
        </p:nvSpPr>
        <p:spPr>
          <a:xfrm>
            <a:off x="1569130" y="293691"/>
            <a:ext cx="5812205" cy="917466"/>
          </a:xfrm>
          <a:noFill/>
        </p:spPr>
        <p:txBody>
          <a:bodyPr/>
          <a:lstStyle/>
          <a:p>
            <a:pPr marL="0" lvl="0" algn="just">
              <a:lnSpc>
                <a:spcPct val="100000"/>
              </a:lnSpc>
            </a:pPr>
            <a:r>
              <a:rPr lang="en-US" altLang="zh-CN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Hoạt</a:t>
            </a:r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mở</a:t>
            </a:r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đầu</a:t>
            </a:r>
            <a:endParaRPr lang="en-US" altLang="zh-CN" b="1" i="0" u="none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F75478-8463-AA86-BC41-B4692A07FD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6889" y="0"/>
            <a:ext cx="3394084" cy="10195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033FFBC-3CCD-9917-0E3D-6AEC5371A5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500103"/>
            <a:ext cx="5591449" cy="398629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865DE9F-298E-D25E-9091-036AED18DD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7681" y="1500103"/>
            <a:ext cx="6389299" cy="398629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2AB9451-700E-3A17-BC7A-8C2C31F7A44C}"/>
              </a:ext>
            </a:extLst>
          </p:cNvPr>
          <p:cNvSpPr/>
          <p:nvPr/>
        </p:nvSpPr>
        <p:spPr>
          <a:xfrm>
            <a:off x="115234" y="5894138"/>
            <a:ext cx="11815097" cy="613245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vi-VN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Theo em, hai bức tranh này được tạo ra bằng những cách nào?</a:t>
            </a:r>
            <a:endParaRPr lang="en-US" sz="32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8905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9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8" grpId="0"/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1957504" y="4882243"/>
            <a:ext cx="636815" cy="5388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6600" b="1">
              <a:solidFill>
                <a:srgbClr val="FF0000"/>
              </a:solidFill>
            </a:endParaRPr>
          </a:p>
        </p:txBody>
      </p:sp>
      <p:sp>
        <p:nvSpPr>
          <p:cNvPr id="12" name="Rectangle 4">
            <a:extLst>
              <a:ext uri="{FF2B5EF4-FFF2-40B4-BE49-F238E27FC236}">
                <a16:creationId xmlns:a16="http://schemas.microsoft.com/office/drawing/2014/main" id="{A6F6F9E6-4E67-42BF-BA7A-EDF6BAB58A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5" name="Rectangle 4">
            <a:extLst>
              <a:ext uri="{FF2B5EF4-FFF2-40B4-BE49-F238E27FC236}">
                <a16:creationId xmlns:a16="http://schemas.microsoft.com/office/drawing/2014/main" id="{D493F084-9BFD-43BA-B558-EFF82F930E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69064" y="4506012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1852A3B-3E7E-4D67-92AE-513B81F43BDD}"/>
              </a:ext>
            </a:extLst>
          </p:cNvPr>
          <p:cNvSpPr/>
          <p:nvPr/>
        </p:nvSpPr>
        <p:spPr>
          <a:xfrm>
            <a:off x="557750" y="132767"/>
            <a:ext cx="3291607" cy="7694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none">
            <a:spAutoFit/>
          </a:bodyPr>
          <a:lstStyle/>
          <a:p>
            <a:pPr algn="just">
              <a:spcBef>
                <a:spcPts val="300"/>
              </a:spcBef>
              <a:spcAft>
                <a:spcPts val="300"/>
              </a:spcAft>
            </a:pPr>
            <a:r>
              <a:rPr lang="vi-VN" sz="4400" b="1" spc="-1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2. </a:t>
            </a:r>
            <a:r>
              <a:rPr lang="en-US" sz="4400" b="1" spc="-10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Khám</a:t>
            </a:r>
            <a:r>
              <a:rPr lang="en-US" sz="4400" b="1" spc="-1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4400" b="1" spc="-10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phá</a:t>
            </a:r>
            <a:endParaRPr lang="en-US" sz="44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26F6E6A-4E92-E36F-3193-ED9D2EAFDF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6889" y="0"/>
            <a:ext cx="3394084" cy="10195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9197B08-8ECD-A8FB-003D-59FFF775EF1B}"/>
              </a:ext>
            </a:extLst>
          </p:cNvPr>
          <p:cNvSpPr/>
          <p:nvPr/>
        </p:nvSpPr>
        <p:spPr>
          <a:xfrm>
            <a:off x="557750" y="1025538"/>
            <a:ext cx="11144892" cy="74347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Quan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sát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SGK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trang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47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để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Tìm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biểu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tượng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phần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mềm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4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Paint</a:t>
            </a:r>
            <a:endParaRPr lang="en-US" sz="3200" b="1" dirty="0">
              <a:solidFill>
                <a:schemeClr val="tx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7E6FB62-BBA0-0D95-8FC4-1A0ADAA749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3843" y="1873815"/>
            <a:ext cx="2889745" cy="385795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807717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9" dur="20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2C89B35-CC1E-3F8C-6258-9AC54DD12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E514DEC-5C9C-1295-99C7-8686D1AE1841}"/>
              </a:ext>
            </a:extLst>
          </p:cNvPr>
          <p:cNvSpPr/>
          <p:nvPr/>
        </p:nvSpPr>
        <p:spPr>
          <a:xfrm>
            <a:off x="1957504" y="4882243"/>
            <a:ext cx="636815" cy="5388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6600" b="1">
              <a:solidFill>
                <a:srgbClr val="FF0000"/>
              </a:solidFill>
            </a:endParaRPr>
          </a:p>
        </p:txBody>
      </p:sp>
      <p:sp>
        <p:nvSpPr>
          <p:cNvPr id="12" name="Rectangle 4">
            <a:extLst>
              <a:ext uri="{FF2B5EF4-FFF2-40B4-BE49-F238E27FC236}">
                <a16:creationId xmlns:a16="http://schemas.microsoft.com/office/drawing/2014/main" id="{CED95B12-118D-D39B-4FFE-97D66C7BCF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5" name="Rectangle 4">
            <a:extLst>
              <a:ext uri="{FF2B5EF4-FFF2-40B4-BE49-F238E27FC236}">
                <a16:creationId xmlns:a16="http://schemas.microsoft.com/office/drawing/2014/main" id="{E8EDFBBC-34EC-2059-D627-4E540EE343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69064" y="4506012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E14931-0679-403B-7D3D-81C55D57C52F}"/>
              </a:ext>
            </a:extLst>
          </p:cNvPr>
          <p:cNvSpPr/>
          <p:nvPr/>
        </p:nvSpPr>
        <p:spPr>
          <a:xfrm>
            <a:off x="557750" y="132767"/>
            <a:ext cx="3291607" cy="7694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none">
            <a:spAutoFit/>
          </a:bodyPr>
          <a:lstStyle/>
          <a:p>
            <a:pPr algn="just">
              <a:spcBef>
                <a:spcPts val="300"/>
              </a:spcBef>
              <a:spcAft>
                <a:spcPts val="300"/>
              </a:spcAft>
            </a:pPr>
            <a:r>
              <a:rPr lang="vi-VN" sz="4400" b="1" spc="-1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2. </a:t>
            </a:r>
            <a:r>
              <a:rPr lang="en-US" sz="4400" b="1" spc="-10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Khám</a:t>
            </a:r>
            <a:r>
              <a:rPr lang="en-US" sz="4400" b="1" spc="-1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4400" b="1" spc="-10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phá</a:t>
            </a:r>
            <a:endParaRPr lang="en-US" sz="44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AE129B-8BFA-1E4C-4EA9-9372285A52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6889" y="0"/>
            <a:ext cx="3394084" cy="10195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E701E49-6D0B-CAAD-7C16-03C5E0275FEB}"/>
              </a:ext>
            </a:extLst>
          </p:cNvPr>
          <p:cNvSpPr/>
          <p:nvPr/>
        </p:nvSpPr>
        <p:spPr>
          <a:xfrm>
            <a:off x="557750" y="1025538"/>
            <a:ext cx="8955366" cy="61324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Em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thực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hiện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thao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tác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gì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để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mở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phần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mềm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Paint?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26360F-785A-229B-DD7D-CE718256BC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1268" y="1717284"/>
            <a:ext cx="6695621" cy="5024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9126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8A56C84-7BE4-BEDB-E37B-40F24424A8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6889" y="0"/>
            <a:ext cx="3394084" cy="10195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86533E0-1BA3-43A7-A83E-C9DA0C784D73}"/>
              </a:ext>
            </a:extLst>
          </p:cNvPr>
          <p:cNvSpPr/>
          <p:nvPr/>
        </p:nvSpPr>
        <p:spPr>
          <a:xfrm>
            <a:off x="157844" y="98559"/>
            <a:ext cx="9187640" cy="7694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sz="4400" b="1" spc="-10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Một</a:t>
            </a:r>
            <a:r>
              <a:rPr lang="en-US" sz="4400" b="1" spc="-1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4400" b="1" spc="-10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số</a:t>
            </a:r>
            <a:r>
              <a:rPr lang="vi-VN" sz="4400" b="1" spc="-1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thành phần cơ bản </a:t>
            </a:r>
            <a:r>
              <a:rPr lang="en-US" sz="4400" b="1" spc="-10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của</a:t>
            </a:r>
            <a:r>
              <a:rPr lang="en-US" sz="4400" b="1" spc="-1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vi-VN" sz="4400" b="1" spc="-1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Paint</a:t>
            </a:r>
            <a:r>
              <a:rPr lang="en-US" sz="4400" b="1" spc="-1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en-US" sz="44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2CD5AA4-6EB4-DC60-4F9C-7EA4012F74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1018" y="966559"/>
            <a:ext cx="7719444" cy="5792882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4534C0E-7AC1-AB1D-A902-F3EABEBD265B}"/>
              </a:ext>
            </a:extLst>
          </p:cNvPr>
          <p:cNvSpPr/>
          <p:nvPr/>
        </p:nvSpPr>
        <p:spPr>
          <a:xfrm>
            <a:off x="3422708" y="2416029"/>
            <a:ext cx="4597167" cy="3475412"/>
          </a:xfrm>
          <a:prstGeom prst="rect">
            <a:avLst/>
          </a:prstGeom>
          <a:noFill/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58BF23-12ED-FEBF-8D46-0FA705C9CD37}"/>
              </a:ext>
            </a:extLst>
          </p:cNvPr>
          <p:cNvSpPr/>
          <p:nvPr/>
        </p:nvSpPr>
        <p:spPr>
          <a:xfrm>
            <a:off x="1891018" y="1409350"/>
            <a:ext cx="7538208" cy="838900"/>
          </a:xfrm>
          <a:prstGeom prst="rect">
            <a:avLst/>
          </a:prstGeom>
          <a:noFill/>
          <a:ln w="7620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6B9597E-C5F8-F156-F8EE-158D1D681675}"/>
              </a:ext>
            </a:extLst>
          </p:cNvPr>
          <p:cNvSpPr/>
          <p:nvPr/>
        </p:nvSpPr>
        <p:spPr>
          <a:xfrm>
            <a:off x="5729681" y="1506084"/>
            <a:ext cx="2172748" cy="574386"/>
          </a:xfrm>
          <a:prstGeom prst="rect">
            <a:avLst/>
          </a:prstGeom>
          <a:noFill/>
          <a:ln w="76200" cap="flat" cmpd="sng" algn="ctr">
            <a:solidFill>
              <a:srgbClr val="00509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38891F9-4E22-D1E9-30BD-BB3F99B83FC1}"/>
              </a:ext>
            </a:extLst>
          </p:cNvPr>
          <p:cNvSpPr/>
          <p:nvPr/>
        </p:nvSpPr>
        <p:spPr>
          <a:xfrm>
            <a:off x="3495763" y="1506084"/>
            <a:ext cx="1755745" cy="574386"/>
          </a:xfrm>
          <a:prstGeom prst="rect">
            <a:avLst/>
          </a:prstGeom>
          <a:noFill/>
          <a:ln w="76200" cap="flat" cmpd="sng" algn="ctr">
            <a:solidFill>
              <a:schemeClr val="accent6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450549-2089-F642-C910-9681BC8DAFA7}"/>
              </a:ext>
            </a:extLst>
          </p:cNvPr>
          <p:cNvSpPr/>
          <p:nvPr/>
        </p:nvSpPr>
        <p:spPr>
          <a:xfrm>
            <a:off x="1891018" y="2810737"/>
            <a:ext cx="575345" cy="2751163"/>
          </a:xfrm>
          <a:prstGeom prst="rect">
            <a:avLst/>
          </a:prstGeom>
          <a:noFill/>
          <a:ln w="76200" cap="flat" cmpd="sng" algn="ctr">
            <a:solidFill>
              <a:srgbClr val="E050AD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8292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2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4" grpId="0" animBg="1"/>
      <p:bldP spid="5" grpId="0" animBg="1"/>
      <p:bldP spid="6" grpId="0" animBg="1"/>
      <p:bldP spid="7" grpId="0" animBg="1"/>
      <p:bldP spid="1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标题 1"/>
          <p:cNvSpPr>
            <a:spLocks noGrp="1"/>
          </p:cNvSpPr>
          <p:nvPr>
            <p:ph type="title"/>
          </p:nvPr>
        </p:nvSpPr>
        <p:spPr>
          <a:xfrm>
            <a:off x="2282440" y="-105243"/>
            <a:ext cx="5662246" cy="917466"/>
          </a:xfrm>
        </p:spPr>
        <p:txBody>
          <a:bodyPr/>
          <a:lstStyle/>
          <a:p>
            <a:pPr marL="0" lvl="0" algn="just"/>
            <a:r>
              <a:rPr lang="en-US" altLang="zh-CN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Hoạt</a:t>
            </a:r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vận</a:t>
            </a:r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endParaRPr lang="en-US" altLang="zh-CN" sz="4800" b="1" i="0" u="none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609599" y="917466"/>
            <a:ext cx="10014857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vi-VN" sz="3600" b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Khởi động phần mềm WordPad rồi gõ nội dung theo mẫu sau: (trình chiếu bài mẫu)</a:t>
            </a:r>
            <a:r>
              <a:rPr lang="en-US" sz="3600" b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en-US" sz="3600" b="1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26192" y="2117795"/>
            <a:ext cx="8374743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vi-VN" sz="2800" b="1" i="1">
                <a:solidFill>
                  <a:srgbClr val="C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1. Gõ nội dung và chèn hình ngôi nhà theo mẫu sau:</a:t>
            </a:r>
            <a:endParaRPr lang="en-US" sz="2800" b="1" i="1">
              <a:solidFill>
                <a:srgbClr val="C00000"/>
              </a:solidFill>
            </a:endParaRPr>
          </a:p>
        </p:txBody>
      </p:sp>
      <p:pic>
        <p:nvPicPr>
          <p:cNvPr id="5" name="Picture 4"/>
          <p:cNvPicPr/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707095" y="2781427"/>
            <a:ext cx="6593840" cy="3781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3235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8" grpId="0"/>
      <p:bldP spid="2" grpId="0"/>
      <p:bldP spid="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标题 1"/>
          <p:cNvSpPr>
            <a:spLocks noGrp="1"/>
          </p:cNvSpPr>
          <p:nvPr>
            <p:ph type="title"/>
          </p:nvPr>
        </p:nvSpPr>
        <p:spPr>
          <a:xfrm>
            <a:off x="2286001" y="-246742"/>
            <a:ext cx="5591908" cy="917466"/>
          </a:xfrm>
        </p:spPr>
        <p:txBody>
          <a:bodyPr/>
          <a:lstStyle/>
          <a:p>
            <a:pPr marL="0" lvl="0" algn="just"/>
            <a:r>
              <a:rPr lang="en-US" altLang="zh-CN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Hoạt</a:t>
            </a:r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vận</a:t>
            </a:r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endParaRPr lang="en-US" altLang="zh-CN" sz="4800" b="1" i="0" u="none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63923" y="815866"/>
            <a:ext cx="902522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>
              <a:spcBef>
                <a:spcPts val="300"/>
              </a:spcBef>
              <a:spcAft>
                <a:spcPts val="300"/>
              </a:spcAft>
            </a:pPr>
            <a:r>
              <a:rPr lang="vi-VN" sz="3200" b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2. Gõ nội dung và chèn hình </a:t>
            </a:r>
            <a:r>
              <a:rPr lang="en-US" sz="3200" b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cái bàn </a:t>
            </a:r>
            <a:r>
              <a:rPr lang="vi-VN" sz="3200" b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theo mẫu sau:</a:t>
            </a:r>
            <a:endParaRPr lang="en-US" sz="2800" b="1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858780" y="1545783"/>
            <a:ext cx="7628121" cy="5000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646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8" grpId="0"/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4"/>
          <p:cNvSpPr txBox="1">
            <a:spLocks noGrp="1"/>
          </p:cNvSpPr>
          <p:nvPr>
            <p:ph type="title"/>
          </p:nvPr>
        </p:nvSpPr>
        <p:spPr>
          <a:xfrm>
            <a:off x="1919536" y="2780928"/>
            <a:ext cx="864096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6000" b="1" dirty="0">
                <a:solidFill>
                  <a:srgbClr val="E050AD"/>
                </a:solidFill>
                <a:latin typeface="Century Schoolbook" pitchFamily="18" charset="0"/>
              </a:rPr>
              <a:t>Chúc các em có một buổi học thú vị nhé</a:t>
            </a:r>
            <a:r>
              <a:rPr lang="en-US" sz="6000" b="1" dirty="0">
                <a:solidFill>
                  <a:srgbClr val="E050AD"/>
                </a:solidFill>
                <a:latin typeface="Century Schoolbook" pitchFamily="18" charset="0"/>
              </a:rPr>
              <a:t>!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1F774DB-BF8A-171E-32D3-9E5B536170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6889" y="0"/>
            <a:ext cx="3394084" cy="10195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856074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KNOELEADERBOARD" val="7307530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SLIDE_INDENT_LEVEL" val="0"/>
  <p:tag name="ISPRING_PRESENTER_ID" val="{3F46BBF5-F625-4E53-9829-E61C7D6C472A}"/>
  <p:tag name="GENSWF_ADVANCE_TIME" val="15.000"/>
  <p:tag name="TIMING" val="|0.001"/>
  <p:tag name="ISPRING_CUSTOM_TIMING_USED" val="1"/>
  <p:tag name="ISPRING_SLIDE_ID_2" val="{F8FADD59-B3E0-4CB5-AFDD-1F2D9FD189B7}"/>
</p:tagLst>
</file>

<file path=ppt/theme/theme1.xml><?xml version="1.0" encoding="utf-8"?>
<a:theme xmlns:a="http://schemas.openxmlformats.org/drawingml/2006/main" name="亮亮图文旗舰店https://liangliangtuwen.tmall.com">
  <a:themeElements>
    <a:clrScheme name="自定义 108">
      <a:dk1>
        <a:srgbClr val="4D4D4D"/>
      </a:dk1>
      <a:lt1>
        <a:srgbClr val="FFFFFF"/>
      </a:lt1>
      <a:dk2>
        <a:srgbClr val="4D4D4D"/>
      </a:dk2>
      <a:lt2>
        <a:srgbClr val="FFFFFF"/>
      </a:lt2>
      <a:accent1>
        <a:srgbClr val="6CBCBC"/>
      </a:accent1>
      <a:accent2>
        <a:srgbClr val="3DCEB5"/>
      </a:accent2>
      <a:accent3>
        <a:srgbClr val="3DB7CF"/>
      </a:accent3>
      <a:accent4>
        <a:srgbClr val="E676A9"/>
      </a:accent4>
      <a:accent5>
        <a:srgbClr val="BAB65E"/>
      </a:accent5>
      <a:accent6>
        <a:srgbClr val="FFB14A"/>
      </a:accent6>
      <a:hlink>
        <a:srgbClr val="EF342B"/>
      </a:hlink>
      <a:folHlink>
        <a:srgbClr val="7F7F7F"/>
      </a:folHlink>
    </a:clrScheme>
    <a:fontScheme name="自定义 2">
      <a:majorFont>
        <a:latin typeface="等线 Light"/>
        <a:ea typeface="微软雅黑"/>
        <a:cs typeface=""/>
      </a:majorFont>
      <a:minorFont>
        <a:latin typeface="等线"/>
        <a:ea typeface="幼圆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560293</Template>
  <TotalTime>1322</TotalTime>
  <Words>189</Words>
  <Application>Microsoft Office PowerPoint</Application>
  <PresentationFormat>Widescreen</PresentationFormat>
  <Paragraphs>29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9" baseType="lpstr">
      <vt:lpstr>Arial</vt:lpstr>
      <vt:lpstr>Calibri</vt:lpstr>
      <vt:lpstr>Century Schoolbook</vt:lpstr>
      <vt:lpstr>Tempus Sans ITC</vt:lpstr>
      <vt:lpstr>Times New Roman</vt:lpstr>
      <vt:lpstr>Wingdings 2</vt:lpstr>
      <vt:lpstr>思源黑体 CN Normal</vt:lpstr>
      <vt:lpstr>亮亮图文旗舰店https://liangliangtuwen.tmall.com</vt:lpstr>
      <vt:lpstr>Office Theme</vt:lpstr>
      <vt:lpstr>PowerPoint Presentation</vt:lpstr>
      <vt:lpstr>PowerPoint Presentation</vt:lpstr>
      <vt:lpstr>Mục tiêu</vt:lpstr>
      <vt:lpstr>Hoạt động mở đầu</vt:lpstr>
      <vt:lpstr>PowerPoint Presentation</vt:lpstr>
      <vt:lpstr>PowerPoint Presentation</vt:lpstr>
      <vt:lpstr>PowerPoint Presentation</vt:lpstr>
      <vt:lpstr>Hoạt động vận dụng</vt:lpstr>
      <vt:lpstr>Hoạt động vận dụng</vt:lpstr>
      <vt:lpstr>Chúc các em có một buổi học thú vị nhé!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卡通可爱萌萌哒 教育教学模板</dc:title>
  <dc:creator>邹雪涵</dc:creator>
  <cp:lastModifiedBy>Hoai Chuong Nguyen</cp:lastModifiedBy>
  <cp:revision>220</cp:revision>
  <dcterms:created xsi:type="dcterms:W3CDTF">2017-05-10T09:07:55Z</dcterms:created>
  <dcterms:modified xsi:type="dcterms:W3CDTF">2026-05-04T16:22:31Z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2052-10.1.0.6393</vt:lpwstr>
  </property>
</Properties>
</file>