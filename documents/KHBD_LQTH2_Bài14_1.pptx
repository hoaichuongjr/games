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3"/>
  </p:notesMasterIdLst>
  <p:sldIdLst>
    <p:sldId id="379" r:id="rId3"/>
    <p:sldId id="260" r:id="rId4"/>
    <p:sldId id="262" r:id="rId5"/>
    <p:sldId id="349" r:id="rId6"/>
    <p:sldId id="353" r:id="rId7"/>
    <p:sldId id="380" r:id="rId8"/>
    <p:sldId id="351" r:id="rId9"/>
    <p:sldId id="371" r:id="rId10"/>
    <p:sldId id="378" r:id="rId11"/>
    <p:sldId id="360" r:id="rId12"/>
  </p:sldIdLst>
  <p:sldSz cx="12192000" cy="6858000"/>
  <p:notesSz cx="6858000" cy="9144000"/>
  <p:custDataLst>
    <p:tags r:id="rId14"/>
  </p:custDataLst>
  <p:defaultTextStyle>
    <a:defPPr>
      <a:defRPr lang="zh-CN"/>
    </a:defPPr>
    <a:lvl1pPr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1pPr>
    <a:lvl2pPr marL="608330" indent="-1511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2pPr>
    <a:lvl3pPr marL="1217930" indent="-3035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3pPr>
    <a:lvl4pPr marL="1827530" indent="-4559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4pPr>
    <a:lvl5pPr marL="2437130" indent="-6083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50AD"/>
    <a:srgbClr val="005092"/>
    <a:srgbClr val="DC5389"/>
    <a:srgbClr val="D1E7E5"/>
    <a:srgbClr val="FFCC66"/>
    <a:srgbClr val="F9FCFB"/>
    <a:srgbClr val="FCA821"/>
    <a:srgbClr val="239071"/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8912" autoAdjust="0"/>
  </p:normalViewPr>
  <p:slideViewPr>
    <p:cSldViewPr snapToGrid="0">
      <p:cViewPr varScale="1">
        <p:scale>
          <a:sx n="103" d="100"/>
          <a:sy n="103" d="100"/>
        </p:scale>
        <p:origin x="424" y="7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52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fld id="{E3649B75-C036-43A6-B586-D4D3956B9750}" type="datetimeFigureOut">
              <a:rPr lang="zh-CN" altLang="en-US" smtClean="0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模板来自于 </a:t>
            </a:r>
            <a:r>
              <a:rPr lang="en-US" altLang="zh-CN" noProof="0" dirty="0"/>
              <a:t>http://docer.mysoeasy.com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066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217295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kern="1200">
        <a:solidFill>
          <a:srgbClr val="FF0000"/>
        </a:solidFill>
        <a:latin typeface="思源黑体 CN Normal" panose="020B0400000000000000" pitchFamily="34" charset="-122"/>
        <a:ea typeface="+mn-ea"/>
        <a:cs typeface="+mn-cs"/>
      </a:defRPr>
    </a:lvl1pPr>
    <a:lvl2pPr marL="742950" indent="-28575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65"/>
              <a:t>亮亮图文旗舰店</a:t>
            </a:r>
            <a:r>
              <a:rPr lang="en-US" altLang="zh-CN" sz="1865"/>
              <a:t>https://liangliangtuwen.tmall.com</a:t>
            </a:r>
            <a:endParaRPr lang="zh-CN" altLang="en-US" sz="1865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30000"/>
              </a:spcBef>
              <a:buFont typeface="Arial" panose="020B0604020202020204" pitchFamily="34" charset="0"/>
              <a:defRPr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04AECACE-C708-43AA-9ADF-9E0A79DBA94A}" type="slidenum">
              <a:rPr lang="zh-CN" altLang="en-US" smtClean="0">
                <a:solidFill>
                  <a:schemeClr val="tx1"/>
                </a:solidFill>
                <a:latin typeface="思源黑体 CN Normal" panose="020B0400000000000000" pitchFamily="34" charset="-122"/>
              </a:rPr>
              <a:pPr defTabSz="1217295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</a:t>
            </a:fld>
            <a:endParaRPr lang="zh-CN" altLang="en-US">
              <a:solidFill>
                <a:schemeClr val="tx1"/>
              </a:solidFill>
              <a:latin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2734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382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268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522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68F90-261D-E2D3-09C9-ABDE810E1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DDAB67-C857-DF33-B6E0-AA821A707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526DDF-689F-901F-5FAF-076A5A342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43D8E6-AFED-AA54-6863-39E07A5687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634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779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35CC-AECF-450E-A632-155F605872F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pPr marL="0" marR="0" lvl="0" indent="0" algn="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4940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DAEED1-DB3D-437D-B33B-48D9105532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2389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214" y="845128"/>
            <a:ext cx="7441077" cy="2604550"/>
          </a:xfr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400" b="1" i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227B1-864B-47CB-B8FD-7D024961E14C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E7EE4C-9BF1-4250-B807-668456CE46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122524" y="3581521"/>
            <a:ext cx="7480178" cy="671821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214" y="845128"/>
            <a:ext cx="7441077" cy="2604550"/>
          </a:xfr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400" b="1" i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227B1-864B-47CB-B8FD-7D024961E14C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E7EE4C-9BF1-4250-B807-668456CE46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122524" y="3581521"/>
            <a:ext cx="7480178" cy="671821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039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29D4B-2CA7-47A8-86E5-FE890B1AEF36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27CC-6915-48A9-B008-AF3C75820C2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353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470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511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739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19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859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800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765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412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172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947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74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2171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503295-1E4B-43CB-ACE7-ED4E99C07012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F0ABD-4112-4B46-AE5F-F7B3FCC151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170D5-879E-4918-AA43-1581FF74425B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CF617F-1FAF-4B1F-8DA8-C199C45268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亮亮图文旗舰店https://liangliangtuwen.tmall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857CE-0B02-4E23-8C71-0AC50F027A2D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7C59-ACF1-46EC-AA2B-C1494FFFC0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C2F33-1B8F-49A4-B81C-5C1A866997DB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47A2D-2746-4C2C-8659-5794A5D305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2" cy="6858001"/>
          </a:xfrm>
          <a:prstGeom prst="rect">
            <a:avLst/>
          </a:prstGeom>
          <a:solidFill>
            <a:srgbClr val="D1E7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lvl="0" algn="ctr" defTabSz="914400" eaLnBrk="1" latinLnBrk="0" hangingPunct="1"/>
            <a:endParaRPr lang="zh-CN" altLang="en-US" sz="18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 sz="20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 sz="20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EF24E-7ACB-4130-A95E-31B492E4DC89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7E9992-9A03-4D74-B6F7-FDB10D1C509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F34395-4959-4A0C-96FB-5F242B3DEB06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EBC8F-9660-4E80-9F8E-C4E5D79BDAB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CAE8C-B19C-4977-8BCA-B32C13833C88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A551E-31EC-4F7A-A252-B2FCA315F6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D3A26-0640-4C70-A709-B1491CCE26F4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31408-E647-409A-B508-321AFC4E7C0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802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2595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51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683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4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588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333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075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053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922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54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593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-1" y="0"/>
            <a:ext cx="12192002" cy="6858001"/>
          </a:xfrm>
          <a:prstGeom prst="rect">
            <a:avLst/>
          </a:prstGeom>
          <a:blipFill dpi="0" rotWithShape="1"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54063" y="1769806"/>
            <a:ext cx="10680700" cy="458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fld id="{CE9557E7-78E4-435A-A3A8-EB5A40A4B307}" type="datetimeFigureOut">
              <a:rPr lang="zh-CN" altLang="en-US" smtClean="0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fld id="{EB3DC92C-287B-43BD-8FAB-B84E3B43B8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754063" y="162393"/>
            <a:ext cx="10680700" cy="1115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6" r:id="rId2"/>
    <p:sldLayoutId id="2147483650" r:id="rId3"/>
    <p:sldLayoutId id="2147483651" r:id="rId4"/>
    <p:sldLayoutId id="2147483689" r:id="rId5"/>
    <p:sldLayoutId id="2147483688" r:id="rId6"/>
    <p:sldLayoutId id="2147483687" r:id="rId7"/>
    <p:sldLayoutId id="2147483686" r:id="rId8"/>
    <p:sldLayoutId id="2147483685" r:id="rId9"/>
    <p:sldLayoutId id="2147483684" r:id="rId10"/>
    <p:sldLayoutId id="2147483683" r:id="rId11"/>
    <p:sldLayoutId id="2147483682" r:id="rId12"/>
    <p:sldLayoutId id="2147483681" r:id="rId13"/>
    <p:sldLayoutId id="2147483680" r:id="rId14"/>
    <p:sldLayoutId id="2147483679" r:id="rId15"/>
    <p:sldLayoutId id="2147483678" r:id="rId16"/>
    <p:sldLayoutId id="2147483677" r:id="rId17"/>
    <p:sldLayoutId id="2147483652" r:id="rId18"/>
    <p:sldLayoutId id="2147483653" r:id="rId19"/>
    <p:sldLayoutId id="2147483654" r:id="rId20"/>
    <p:sldLayoutId id="2147483655" r:id="rId21"/>
    <p:sldLayoutId id="2147483656" r:id="rId22"/>
    <p:sldLayoutId id="2147483657" r:id="rId23"/>
    <p:sldLayoutId id="2147483658" r:id="rId24"/>
    <p:sldLayoutId id="2147483659" r:id="rId25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accent1"/>
          </a:solidFill>
          <a:effectLst/>
          <a:latin typeface="思源黑体 CN Normal" panose="020B0400000000000000" pitchFamily="34" charset="-122"/>
          <a:ea typeface="思源黑体 CN Normal" panose="020B0400000000000000" pitchFamily="3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9pPr>
    </p:titleStyle>
    <p:bodyStyle>
      <a:lvl1pPr marL="357505" indent="-357505" algn="l" rtl="0" eaLnBrk="0" fontAlgn="base" hangingPunct="0">
        <a:lnSpc>
          <a:spcPct val="90000"/>
        </a:lnSpc>
        <a:spcBef>
          <a:spcPts val="1800"/>
        </a:spcBef>
        <a:spcAft>
          <a:spcPct val="0"/>
        </a:spcAft>
        <a:buClr>
          <a:schemeClr val="tx1"/>
        </a:buClr>
        <a:buSzPct val="80000"/>
        <a:buFont typeface="Wingdings 2" panose="05020102010507070707" pitchFamily="18" charset="2"/>
        <a:buChar char="ê"/>
        <a:defRPr sz="24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1pPr>
      <a:lvl2pPr marL="357505" indent="-357505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ê"/>
        <a:defRPr sz="16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49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90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A3F9CF-CD59-1B8C-4B9D-98E2EFD97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F52938C-A47C-D298-2BA0-B56FCFFF20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24" y="0"/>
            <a:ext cx="48581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978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05463" y="1075603"/>
            <a:ext cx="9818009" cy="1569660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endParaRPr lang="en-US" sz="48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TRẢI NGHIỆM CÙNG WORDPAD</a:t>
            </a:r>
            <a:endParaRPr lang="en-US" sz="48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36688" y="3084879"/>
            <a:ext cx="9555565" cy="76944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139700" algn="ctr">
              <a:spcBef>
                <a:spcPts val="480"/>
              </a:spcBef>
              <a:spcAft>
                <a:spcPts val="600"/>
              </a:spcAft>
            </a:pPr>
            <a:r>
              <a:rPr lang="en-US" sz="4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Bài</a:t>
            </a: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14 :  </a:t>
            </a:r>
            <a:r>
              <a:rPr lang="en-US" sz="4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Chèn</a:t>
            </a: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vẽ</a:t>
            </a: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WordPad</a:t>
            </a:r>
            <a:endParaRPr lang="en-US" sz="44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8C69FF-132C-2C20-BC1D-4F9CB397F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3598214" y="181187"/>
            <a:ext cx="2889957" cy="917466"/>
          </a:xfrm>
        </p:spPr>
        <p:txBody>
          <a:bodyPr/>
          <a:lstStyle/>
          <a:p>
            <a:pPr marL="0" lvl="0" algn="just"/>
            <a:r>
              <a:rPr lang="en-US" altLang="zh-CN" sz="4800" b="1" i="0" u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zh-CN" sz="4800" b="1" i="0" u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4800" b="1" i="0" u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iêu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99109F-0749-4B84-97B5-5682B5AA1A81}"/>
              </a:ext>
            </a:extLst>
          </p:cNvPr>
          <p:cNvSpPr/>
          <p:nvPr/>
        </p:nvSpPr>
        <p:spPr>
          <a:xfrm>
            <a:off x="95002" y="1621409"/>
            <a:ext cx="12096997" cy="376129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thoát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Paint</a:t>
            </a:r>
          </a:p>
          <a:p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sổ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Paint.</a:t>
            </a:r>
          </a:p>
          <a:p>
            <a:pPr algn="ctr"/>
            <a:endParaRPr lang="en-US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4F832C-5639-6404-ABCE-AA6D8B369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569130" y="293691"/>
            <a:ext cx="5812205" cy="917466"/>
          </a:xfrm>
          <a:noFill/>
        </p:spPr>
        <p:txBody>
          <a:bodyPr/>
          <a:lstStyle/>
          <a:p>
            <a:pPr marL="0" lvl="0" algn="just">
              <a:lnSpc>
                <a:spcPct val="100000"/>
              </a:lnSpc>
            </a:pP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US" altLang="zh-CN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F75478-8463-AA86-BC41-B4692A07F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033FFBC-3CCD-9917-0E3D-6AEC5371A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00103"/>
            <a:ext cx="5591449" cy="39862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65DE9F-298E-D25E-9091-036AED18DD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681" y="1500103"/>
            <a:ext cx="6389299" cy="39862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2AB9451-700E-3A17-BC7A-8C2C31F7A44C}"/>
              </a:ext>
            </a:extLst>
          </p:cNvPr>
          <p:cNvSpPr/>
          <p:nvPr/>
        </p:nvSpPr>
        <p:spPr>
          <a:xfrm>
            <a:off x="115234" y="5894138"/>
            <a:ext cx="11815097" cy="61324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vi-V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Theo em, hai bức tranh này được tạo ra bằng những cách nào?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90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957504" y="4882243"/>
            <a:ext cx="636815" cy="538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b="1">
              <a:solidFill>
                <a:srgbClr val="FF0000"/>
              </a:solidFill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A6F6F9E6-4E67-42BF-BA7A-EDF6BAB58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D493F084-9BFD-43BA-B558-EFF82F930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064" y="450601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852A3B-3E7E-4D67-92AE-513B81F43BDD}"/>
              </a:ext>
            </a:extLst>
          </p:cNvPr>
          <p:cNvSpPr/>
          <p:nvPr/>
        </p:nvSpPr>
        <p:spPr>
          <a:xfrm>
            <a:off x="557750" y="132767"/>
            <a:ext cx="3291607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vi-VN" sz="4400" b="1" spc="-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4400" b="1" spc="-1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Khám</a:t>
            </a:r>
            <a:r>
              <a:rPr lang="en-US" sz="4400" b="1" spc="-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400" b="1" spc="-1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phá</a:t>
            </a:r>
            <a:endParaRPr lang="en-US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6F6E6A-4E92-E36F-3193-ED9D2EAFD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9197B08-8ECD-A8FB-003D-59FFF775EF1B}"/>
              </a:ext>
            </a:extLst>
          </p:cNvPr>
          <p:cNvSpPr/>
          <p:nvPr/>
        </p:nvSpPr>
        <p:spPr>
          <a:xfrm>
            <a:off x="557750" y="1025538"/>
            <a:ext cx="11144892" cy="6132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Quan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sát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SGK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trang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47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để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Tìm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biểu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tượng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phần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mềm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Paint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7E6FB62-BBA0-0D95-8FC4-1A0ADAA74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843" y="1873815"/>
            <a:ext cx="2889745" cy="38579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07717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2C89B35-CC1E-3F8C-6258-9AC54DD12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E514DEC-5C9C-1295-99C7-8686D1AE1841}"/>
              </a:ext>
            </a:extLst>
          </p:cNvPr>
          <p:cNvSpPr/>
          <p:nvPr/>
        </p:nvSpPr>
        <p:spPr>
          <a:xfrm>
            <a:off x="1957504" y="4882243"/>
            <a:ext cx="636815" cy="538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b="1">
              <a:solidFill>
                <a:srgbClr val="FF0000"/>
              </a:solidFill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ED95B12-118D-D39B-4FFE-97D66C7BC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E8EDFBBC-34EC-2059-D627-4E540EE34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064" y="450601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E14931-0679-403B-7D3D-81C55D57C52F}"/>
              </a:ext>
            </a:extLst>
          </p:cNvPr>
          <p:cNvSpPr/>
          <p:nvPr/>
        </p:nvSpPr>
        <p:spPr>
          <a:xfrm>
            <a:off x="557750" y="132767"/>
            <a:ext cx="3291607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vi-VN" sz="4400" b="1" spc="-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4400" b="1" spc="-1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Khám</a:t>
            </a:r>
            <a:r>
              <a:rPr lang="en-US" sz="4400" b="1" spc="-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400" b="1" spc="-1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phá</a:t>
            </a:r>
            <a:endParaRPr lang="en-US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AE129B-8BFA-1E4C-4EA9-9372285A5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701E49-6D0B-CAAD-7C16-03C5E0275FEB}"/>
              </a:ext>
            </a:extLst>
          </p:cNvPr>
          <p:cNvSpPr/>
          <p:nvPr/>
        </p:nvSpPr>
        <p:spPr>
          <a:xfrm>
            <a:off x="557750" y="1025538"/>
            <a:ext cx="8955366" cy="6132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Em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thao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tác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gì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để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mở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phần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mềm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Paint?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26360F-785A-229B-DD7D-CE718256B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1268" y="1717284"/>
            <a:ext cx="6695621" cy="502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2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A56C84-7BE4-BEDB-E37B-40F24424A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86533E0-1BA3-43A7-A83E-C9DA0C784D73}"/>
              </a:ext>
            </a:extLst>
          </p:cNvPr>
          <p:cNvSpPr/>
          <p:nvPr/>
        </p:nvSpPr>
        <p:spPr>
          <a:xfrm>
            <a:off x="157844" y="98559"/>
            <a:ext cx="9187640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4400" b="1" spc="-1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z="4400" b="1" spc="-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400" b="1" spc="-1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vi-VN" sz="4400" b="1" spc="-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thành phần cơ bản </a:t>
            </a:r>
            <a:r>
              <a:rPr lang="en-US" sz="4400" b="1" spc="-1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z="4400" b="1" spc="-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4400" b="1" spc="-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Paint</a:t>
            </a:r>
            <a:r>
              <a:rPr lang="en-US" sz="4400" b="1" spc="-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CD5AA4-6EB4-DC60-4F9C-7EA4012F7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018" y="966559"/>
            <a:ext cx="7719444" cy="579288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4534C0E-7AC1-AB1D-A902-F3EABEBD265B}"/>
              </a:ext>
            </a:extLst>
          </p:cNvPr>
          <p:cNvSpPr/>
          <p:nvPr/>
        </p:nvSpPr>
        <p:spPr>
          <a:xfrm>
            <a:off x="3422708" y="2416029"/>
            <a:ext cx="4597167" cy="3475412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58BF23-12ED-FEBF-8D46-0FA705C9CD37}"/>
              </a:ext>
            </a:extLst>
          </p:cNvPr>
          <p:cNvSpPr/>
          <p:nvPr/>
        </p:nvSpPr>
        <p:spPr>
          <a:xfrm>
            <a:off x="1891018" y="1409350"/>
            <a:ext cx="7538208" cy="838900"/>
          </a:xfrm>
          <a:prstGeom prst="rect">
            <a:avLst/>
          </a:prstGeom>
          <a:noFill/>
          <a:ln w="762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B9597E-C5F8-F156-F8EE-158D1D681675}"/>
              </a:ext>
            </a:extLst>
          </p:cNvPr>
          <p:cNvSpPr/>
          <p:nvPr/>
        </p:nvSpPr>
        <p:spPr>
          <a:xfrm>
            <a:off x="5729681" y="1506084"/>
            <a:ext cx="2172748" cy="574386"/>
          </a:xfrm>
          <a:prstGeom prst="rect">
            <a:avLst/>
          </a:prstGeom>
          <a:noFill/>
          <a:ln w="76200" cap="flat" cmpd="sng" algn="ctr">
            <a:solidFill>
              <a:srgbClr val="00509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891F9-4E22-D1E9-30BD-BB3F99B83FC1}"/>
              </a:ext>
            </a:extLst>
          </p:cNvPr>
          <p:cNvSpPr/>
          <p:nvPr/>
        </p:nvSpPr>
        <p:spPr>
          <a:xfrm>
            <a:off x="3495763" y="1506084"/>
            <a:ext cx="1755745" cy="574386"/>
          </a:xfrm>
          <a:prstGeom prst="rect">
            <a:avLst/>
          </a:prstGeom>
          <a:noFill/>
          <a:ln w="762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450549-2089-F642-C910-9681BC8DAFA7}"/>
              </a:ext>
            </a:extLst>
          </p:cNvPr>
          <p:cNvSpPr/>
          <p:nvPr/>
        </p:nvSpPr>
        <p:spPr>
          <a:xfrm>
            <a:off x="1891018" y="2810737"/>
            <a:ext cx="575345" cy="2751163"/>
          </a:xfrm>
          <a:prstGeom prst="rect">
            <a:avLst/>
          </a:prstGeom>
          <a:noFill/>
          <a:ln w="76200" cap="flat" cmpd="sng" algn="ctr">
            <a:solidFill>
              <a:srgbClr val="E050A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9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  <p:bldP spid="5" grpId="0" animBg="1"/>
      <p:bldP spid="6" grpId="0" animBg="1"/>
      <p:bldP spid="7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D6BEB2-A72F-43F3-838B-2A98D0E3DF6F}"/>
              </a:ext>
            </a:extLst>
          </p:cNvPr>
          <p:cNvSpPr/>
          <p:nvPr/>
        </p:nvSpPr>
        <p:spPr>
          <a:xfrm>
            <a:off x="93207" y="0"/>
            <a:ext cx="7833674" cy="11387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vi-VN" sz="4400" b="1" spc="-1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4. Thoát khỏi phần mềm Paint.</a:t>
            </a:r>
            <a:endParaRPr lang="en-US" sz="4400" b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vi-VN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2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F155A1-D6CA-463A-A2AB-E64005587DF0}"/>
              </a:ext>
            </a:extLst>
          </p:cNvPr>
          <p:cNvSpPr/>
          <p:nvPr/>
        </p:nvSpPr>
        <p:spPr>
          <a:xfrm>
            <a:off x="185904" y="1725402"/>
            <a:ext cx="3626971" cy="23121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vi-V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Đố các bạn 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vi-V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muốn thoát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chương trình Paint ta nháy chuột vào đâu?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606CA-A51D-9616-81DF-5D70814AB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AC6B17-6FD7-674B-89F1-5CDA192F4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044" y="1512769"/>
            <a:ext cx="6432458" cy="501298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19A7D24-B5C5-F233-6E1B-64E4BB456435}"/>
              </a:ext>
            </a:extLst>
          </p:cNvPr>
          <p:cNvGrpSpPr/>
          <p:nvPr/>
        </p:nvGrpSpPr>
        <p:grpSpPr>
          <a:xfrm>
            <a:off x="8799616" y="4490543"/>
            <a:ext cx="2588964" cy="1709376"/>
            <a:chOff x="7970513" y="3079806"/>
            <a:chExt cx="2781747" cy="1801881"/>
          </a:xfrm>
        </p:grpSpPr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BD13DA84-1353-6EB9-F685-7A8FA43AF9D9}"/>
                </a:ext>
              </a:extLst>
            </p:cNvPr>
            <p:cNvSpPr/>
            <p:nvPr/>
          </p:nvSpPr>
          <p:spPr>
            <a:xfrm>
              <a:off x="7970513" y="3079806"/>
              <a:ext cx="2781747" cy="1801881"/>
            </a:xfrm>
            <a:prstGeom prst="wedgeRoundRectCallout">
              <a:avLst>
                <a:gd name="adj1" fmla="val 4521"/>
                <a:gd name="adj2" fmla="val -221420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Nháy chuột chọn nút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27B54F4-C62A-4714-9117-964CEC12AF76}"/>
                </a:ext>
              </a:extLst>
            </p:cNvPr>
            <p:cNvPicPr/>
            <p:nvPr/>
          </p:nvPicPr>
          <p:blipFill rotWithShape="1">
            <a:blip r:embed="rId5"/>
            <a:srcRect l="80261" t="49545" r="8207" b="33956"/>
            <a:stretch/>
          </p:blipFill>
          <p:spPr>
            <a:xfrm>
              <a:off x="9761253" y="4060947"/>
              <a:ext cx="637302" cy="4750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215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CDDD623-0291-4A23-B569-6586DD808B7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743200" y="274548"/>
            <a:ext cx="5399088" cy="917575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altLang="zh-CN" sz="4800" b="1" i="0" u="none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0662DC-BD14-D000-75B9-4DA188022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963" y="1533382"/>
            <a:ext cx="9386069" cy="36937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9920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 txBox="1">
            <a:spLocks noGrp="1"/>
          </p:cNvSpPr>
          <p:nvPr>
            <p:ph type="title"/>
          </p:nvPr>
        </p:nvSpPr>
        <p:spPr>
          <a:xfrm>
            <a:off x="1919536" y="2780928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0" b="1" dirty="0">
                <a:solidFill>
                  <a:srgbClr val="E050AD"/>
                </a:solidFill>
                <a:latin typeface="Century Schoolbook" pitchFamily="18" charset="0"/>
              </a:rPr>
              <a:t>Chúc các em có một buổi học thú vị nhé</a:t>
            </a:r>
            <a:r>
              <a:rPr lang="en-US" sz="6000" b="1" dirty="0">
                <a:solidFill>
                  <a:srgbClr val="E050AD"/>
                </a:solidFill>
                <a:latin typeface="Century Schoolbook" pitchFamily="18" charset="0"/>
              </a:rPr>
              <a:t>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F774DB-BF8A-171E-32D3-9E5B53617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5607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7307530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NDENT_LEVEL" val="0"/>
  <p:tag name="ISPRING_PRESENTER_ID" val="{3F46BBF5-F625-4E53-9829-E61C7D6C472A}"/>
  <p:tag name="GENSWF_ADVANCE_TIME" val="15.000"/>
  <p:tag name="TIMING" val="|0.001"/>
  <p:tag name="ISPRING_CUSTOM_TIMING_USED" val="1"/>
  <p:tag name="ISPRING_SLIDE_ID_2" val="{F8FADD59-B3E0-4CB5-AFDD-1F2D9FD189B7}"/>
</p:tagLst>
</file>

<file path=ppt/theme/theme1.xml><?xml version="1.0" encoding="utf-8"?>
<a:theme xmlns:a="http://schemas.openxmlformats.org/drawingml/2006/main" name="亮亮图文旗舰店https://liangliangtuwen.tmall.com">
  <a:themeElements>
    <a:clrScheme name="自定义 108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6CBCBC"/>
      </a:accent1>
      <a:accent2>
        <a:srgbClr val="3DCEB5"/>
      </a:accent2>
      <a:accent3>
        <a:srgbClr val="3DB7CF"/>
      </a:accent3>
      <a:accent4>
        <a:srgbClr val="E676A9"/>
      </a:accent4>
      <a:accent5>
        <a:srgbClr val="BAB65E"/>
      </a:accent5>
      <a:accent6>
        <a:srgbClr val="FFB14A"/>
      </a:accent6>
      <a:hlink>
        <a:srgbClr val="EF342B"/>
      </a:hlink>
      <a:folHlink>
        <a:srgbClr val="7F7F7F"/>
      </a:folHlink>
    </a:clrScheme>
    <a:fontScheme name="自定义 2">
      <a:majorFont>
        <a:latin typeface="等线 Light"/>
        <a:ea typeface="微软雅黑"/>
        <a:cs typeface=""/>
      </a:majorFont>
      <a:minorFont>
        <a:latin typeface="等线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560293</Template>
  <TotalTime>1294</TotalTime>
  <Words>163</Words>
  <Application>Microsoft Office PowerPoint</Application>
  <PresentationFormat>Widescreen</PresentationFormat>
  <Paragraphs>29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宋体</vt:lpstr>
      <vt:lpstr>Arial</vt:lpstr>
      <vt:lpstr>Calibri</vt:lpstr>
      <vt:lpstr>Century Schoolbook</vt:lpstr>
      <vt:lpstr>Tempus Sans ITC</vt:lpstr>
      <vt:lpstr>Times New Roman</vt:lpstr>
      <vt:lpstr>Wingdings 2</vt:lpstr>
      <vt:lpstr>思源黑体 CN Normal</vt:lpstr>
      <vt:lpstr>亮亮图文旗舰店https://liangliangtuwen.tmall.com</vt:lpstr>
      <vt:lpstr>Office Theme</vt:lpstr>
      <vt:lpstr>PowerPoint Presentation</vt:lpstr>
      <vt:lpstr>PowerPoint Presentation</vt:lpstr>
      <vt:lpstr>Mục tiêu</vt:lpstr>
      <vt:lpstr>Hoạt động mở đầu</vt:lpstr>
      <vt:lpstr>PowerPoint Presentation</vt:lpstr>
      <vt:lpstr>PowerPoint Presentation</vt:lpstr>
      <vt:lpstr>PowerPoint Presentation</vt:lpstr>
      <vt:lpstr>PowerPoint Presentation</vt:lpstr>
      <vt:lpstr>Hoạt động đánh giá</vt:lpstr>
      <vt:lpstr>Chúc các em có một buổi học thú vị nhé!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卡通可爱萌萌哒 教育教学模板</dc:title>
  <dc:creator>邹雪涵</dc:creator>
  <cp:lastModifiedBy>Hoai Chuong Nguyen</cp:lastModifiedBy>
  <cp:revision>217</cp:revision>
  <dcterms:created xsi:type="dcterms:W3CDTF">2017-05-10T09:07:55Z</dcterms:created>
  <dcterms:modified xsi:type="dcterms:W3CDTF">2026-04-27T15:56:01Z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