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74" r:id="rId2"/>
    <p:sldId id="260" r:id="rId3"/>
    <p:sldId id="262" r:id="rId4"/>
    <p:sldId id="263" r:id="rId5"/>
    <p:sldId id="270" r:id="rId6"/>
    <p:sldId id="275" r:id="rId7"/>
    <p:sldId id="276" r:id="rId8"/>
    <p:sldId id="273" r:id="rId9"/>
    <p:sldId id="271" r:id="rId10"/>
  </p:sldIdLst>
  <p:sldSz cx="12192000" cy="6858000"/>
  <p:notesSz cx="6858000" cy="9144000"/>
  <p:defaultTextStyle>
    <a:defPPr>
      <a:defRPr lang="zh-CN"/>
    </a:defPPr>
    <a:lvl1pPr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92"/>
    <a:srgbClr val="FCA821"/>
    <a:srgbClr val="239071"/>
    <a:srgbClr val="57C0D5"/>
    <a:srgbClr val="FFFFFF"/>
    <a:srgbClr val="D1E7E5"/>
    <a:srgbClr val="F2F2F2"/>
    <a:srgbClr val="F9FCFB"/>
    <a:srgbClr val="DC5389"/>
    <a:srgbClr val="F2E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2" autoAdjust="0"/>
    <p:restoredTop sz="98912" autoAdjust="0"/>
  </p:normalViewPr>
  <p:slideViewPr>
    <p:cSldViewPr snapToGrid="0">
      <p:cViewPr varScale="1">
        <p:scale>
          <a:sx n="95" d="100"/>
          <a:sy n="95" d="100"/>
        </p:scale>
        <p:origin x="136" y="25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52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E3649B75-C036-43A6-B586-D4D3956B9750}" type="datetimeFigureOut">
              <a:rPr lang="zh-CN" altLang="en-US" smtClean="0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模板来自于 </a:t>
            </a:r>
            <a:r>
              <a:rPr lang="en-US" altLang="zh-CN" noProof="0" dirty="0"/>
              <a:t>http://docer.mysoeasy.com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66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295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kern="1200">
        <a:solidFill>
          <a:srgbClr val="FF0000"/>
        </a:solidFill>
        <a:latin typeface="思源黑体 CN Normal" panose="020B0400000000000000" pitchFamily="34" charset="-122"/>
        <a:ea typeface="+mn-ea"/>
        <a:cs typeface="+mn-cs"/>
      </a:defRPr>
    </a:lvl1pPr>
    <a:lvl2pPr marL="742950" indent="-28575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65"/>
              <a:t>亮亮图文旗舰店</a:t>
            </a:r>
            <a:r>
              <a:rPr lang="en-US" altLang="zh-CN" sz="1865"/>
              <a:t>https://liangliangtuwen.tmall.com</a:t>
            </a:r>
            <a:endParaRPr lang="zh-CN" altLang="en-US" sz="1865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4AECACE-C708-43AA-9ADF-9E0A79DBA94A}" type="slidenum">
              <a:rPr lang="zh-CN" altLang="en-US" smtClean="0">
                <a:solidFill>
                  <a:schemeClr val="tx1"/>
                </a:solidFill>
                <a:latin typeface="思源黑体 CN Normal" panose="020B0400000000000000" pitchFamily="34" charset="-122"/>
              </a:rPr>
              <a:pPr defTabSz="1217295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zh-CN" altLang="en-US">
              <a:solidFill>
                <a:schemeClr val="tx1"/>
              </a:solidFill>
              <a:latin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734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8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13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25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70FF-C410-A926-E1E3-44585B84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037386-AB7B-66A0-8D33-3F5018106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696CCE-7202-1BFD-7204-E713C73EE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01D13A-C578-8927-7F8B-5A3EB06C0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938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723A6-2117-9522-91E6-28F69BA4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AAFE71-DF9F-CE3E-4F40-DFD9145F8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71B2A-4294-59D8-9D35-4D0012718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897E0D-5751-D303-BCC2-099E7BC059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582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984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AEED1-DB3D-437D-B33B-48D9105532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8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9D4B-2CA7-47A8-86E5-FE890B1AEF36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27CC-6915-48A9-B008-AF3C75820C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03295-1E4B-43CB-ACE7-ED4E99C07012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F0ABD-4112-4B46-AE5F-F7B3FCC151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170D5-879E-4918-AA43-1581FF74425B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F617F-1FAF-4B1F-8DA8-C199C45268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亮亮图文旗舰店https://liangliangtuwen.tmall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857CE-0B02-4E23-8C71-0AC50F027A2D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7C59-ACF1-46EC-AA2B-C1494FFFC0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2F33-1B8F-49A4-B81C-5C1A866997DB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7A2D-2746-4C2C-8659-5794A5D305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2" cy="6858001"/>
          </a:xfrm>
          <a:prstGeom prst="rect">
            <a:avLst/>
          </a:prstGeom>
          <a:solidFill>
            <a:srgbClr val="D1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lvl="0" algn="ctr" defTabSz="914400" eaLnBrk="1" latinLnBrk="0" hangingPunct="1"/>
            <a:endParaRPr lang="zh-CN" altLang="en-US" sz="18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EF24E-7ACB-4130-A95E-31B492E4DC89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9992-9A03-4D74-B6F7-FDB10D1C50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34395-4959-4A0C-96FB-5F242B3DEB06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EBC8F-9660-4E80-9F8E-C4E5D79BDA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AE8C-B19C-4977-8BCA-B32C13833C88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551E-31EC-4F7A-A252-B2FCA315F6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D3A26-0640-4C70-A709-B1491CCE26F4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31408-E647-409A-B508-321AFC4E7C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2192002" cy="6858001"/>
          </a:xfrm>
          <a:prstGeom prst="rect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769806"/>
            <a:ext cx="10680700" cy="458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CE9557E7-78E4-435A-A3A8-EB5A40A4B307}" type="datetimeFigureOut">
              <a:rPr lang="zh-CN" altLang="en-US" smtClean="0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EB3DC92C-287B-43BD-8FAB-B84E3B43B8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54063" y="162393"/>
            <a:ext cx="10680700" cy="11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effectLst/>
          <a:latin typeface="思源黑体 CN Normal" panose="020B0400000000000000" pitchFamily="34" charset="-122"/>
          <a:ea typeface="思源黑体 CN Normal" panose="020B0400000000000000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0" fontAlgn="base" hangingPunct="0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357505" indent="-357505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FF563A-F1BA-A9A0-ABFC-9B6300EF67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4" y="0"/>
            <a:ext cx="48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19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01025" y="511209"/>
            <a:ext cx="9105261" cy="1600438"/>
          </a:xfrm>
          <a:prstGeom prst="roundRect">
            <a:avLst/>
          </a:prstGeom>
          <a:noFill/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đề 4</a:t>
            </a:r>
          </a:p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CÙNG WORDPAD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8909" y="3206695"/>
            <a:ext cx="9654181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vi-VN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11: TẬP GÕ CHỮ CÙNG WORDPAD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3933229" y="442563"/>
            <a:ext cx="2889957" cy="917466"/>
          </a:xfrm>
        </p:spPr>
        <p:txBody>
          <a:bodyPr/>
          <a:lstStyle/>
          <a:p>
            <a:pPr marL="0" lvl="0" algn="just"/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zh-CN" sz="4800" b="1" i="0" u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iêu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文本占位符 2"/>
          <p:cNvSpPr>
            <a:spLocks noGrp="1"/>
          </p:cNvSpPr>
          <p:nvPr>
            <p:ph type="body" idx="1"/>
          </p:nvPr>
        </p:nvSpPr>
        <p:spPr>
          <a:xfrm>
            <a:off x="345968" y="2003626"/>
            <a:ext cx="11144992" cy="2934133"/>
          </a:xfrm>
          <a:prstGeom prst="flowChartAlternateProcess">
            <a:avLst/>
          </a:prstGeom>
          <a:solidFill>
            <a:schemeClr val="accent6">
              <a:lumMod val="20000"/>
              <a:lumOff val="80000"/>
              <a:alpha val="67000"/>
            </a:schemeClr>
          </a:solidFill>
          <a:ln w="38100">
            <a:solidFill>
              <a:srgbClr val="57C0D5"/>
            </a:solidFill>
          </a:ln>
        </p:spPr>
        <p:txBody>
          <a:bodyPr/>
          <a:lstStyle/>
          <a:p>
            <a:pPr lvl="0" algn="l">
              <a:lnSpc>
                <a:spcPct val="100000"/>
              </a:lnSpc>
            </a:pP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 gõ chữ không dấu; Biết sử dụng một số nút lệnh để thay đổi kiểu chữ; Biết cách sử dụng một số phím chức năng để hỗ trợ gõ chữ trong WordPad.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09728" y="181640"/>
            <a:ext cx="8734097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mở đầu (Khởi động)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4286" y="1311301"/>
            <a:ext cx="55240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Trò</a:t>
            </a:r>
            <a:r>
              <a:rPr lang="en-US" sz="36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chơi</a:t>
            </a:r>
            <a:r>
              <a:rPr lang="en-US" sz="36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“Ai </a:t>
            </a:r>
            <a:r>
              <a:rPr lang="en-US" sz="36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gõ</a:t>
            </a:r>
            <a:r>
              <a:rPr lang="en-US" sz="36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nhanh</a:t>
            </a:r>
            <a:r>
              <a:rPr lang="en-US" sz="36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hơn</a:t>
            </a:r>
            <a:r>
              <a:rPr lang="en-US" sz="36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734374A0-FC29-7A02-F3A3-6FA06D303AD4}"/>
              </a:ext>
            </a:extLst>
          </p:cNvPr>
          <p:cNvSpPr/>
          <p:nvPr/>
        </p:nvSpPr>
        <p:spPr>
          <a:xfrm>
            <a:off x="1963024" y="2585007"/>
            <a:ext cx="7508147" cy="2315362"/>
          </a:xfrm>
          <a:prstGeom prst="wav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70C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5092"/>
                </a:solidFill>
              </a:rPr>
              <a:t>Em cham chi hoc bai </a:t>
            </a:r>
            <a:r>
              <a:rPr lang="en-US" sz="4000" b="1" dirty="0" err="1">
                <a:solidFill>
                  <a:srgbClr val="005092"/>
                </a:solidFill>
              </a:rPr>
              <a:t>moi</a:t>
            </a:r>
            <a:r>
              <a:rPr lang="en-US" sz="4000" b="1" dirty="0">
                <a:solidFill>
                  <a:srgbClr val="005092"/>
                </a:solidFill>
              </a:rPr>
              <a:t> </a:t>
            </a:r>
            <a:r>
              <a:rPr lang="en-US" sz="4000" b="1" dirty="0" err="1">
                <a:solidFill>
                  <a:srgbClr val="005092"/>
                </a:solidFill>
              </a:rPr>
              <a:t>ngay</a:t>
            </a:r>
            <a:r>
              <a:rPr lang="en-US" sz="4000" b="1" dirty="0">
                <a:solidFill>
                  <a:srgbClr val="00509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164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4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110154" y="-123352"/>
            <a:ext cx="5750169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0014" y="917466"/>
            <a:ext cx="11439601" cy="132343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– Em hãy khởi động phần mềm Word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pad</a:t>
            </a:r>
            <a:r>
              <a:rPr lang="vi-V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và gõ vào nội dung vận dụng trong s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ách</a:t>
            </a:r>
            <a:r>
              <a:rPr lang="vi-V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trang 38:</a:t>
            </a:r>
            <a:endParaRPr lang="en-US" sz="4000" b="1" dirty="0"/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666" y="2364257"/>
            <a:ext cx="10044248" cy="406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3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A3858F-CAFA-E04B-6CA0-F218B1A1D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B64C0A51-183A-FDAD-0EBE-DC1C75685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4" y="-123352"/>
            <a:ext cx="5750169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0A895-3382-757C-A893-D6D79C8793EB}"/>
              </a:ext>
            </a:extLst>
          </p:cNvPr>
          <p:cNvSpPr/>
          <p:nvPr/>
        </p:nvSpPr>
        <p:spPr>
          <a:xfrm>
            <a:off x="430015" y="892299"/>
            <a:ext cx="6469344" cy="70788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Em hãy gõ vào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bài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thơ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F689A-9B99-E140-F07B-057470FF6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971" y="1829845"/>
            <a:ext cx="6469344" cy="45122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EB1E4C-C9A2-F8EC-5554-8C37C75E1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62" y="1829844"/>
            <a:ext cx="4162211" cy="45122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87524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AB7744-0FCC-6C95-76E4-60DAC8EB6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F61874B7-97E7-CC9B-E444-ED295EE1A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4" y="-123352"/>
            <a:ext cx="5750169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19BE82-31F2-6E32-45F8-D776A97DB859}"/>
              </a:ext>
            </a:extLst>
          </p:cNvPr>
          <p:cNvSpPr/>
          <p:nvPr/>
        </p:nvSpPr>
        <p:spPr>
          <a:xfrm>
            <a:off x="430014" y="892299"/>
            <a:ext cx="7430309" cy="70788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Em hãy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gõ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đoạn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văn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chủ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đề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4000" b="1" dirty="0"/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2404C6EA-0182-B62E-CB9F-A6A1F2E3B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014" y="1698370"/>
            <a:ext cx="4991449" cy="33304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  <a:alpha val="67000"/>
            </a:schemeClr>
          </a:solidFill>
          <a:ln w="38100">
            <a:solidFill>
              <a:srgbClr val="57C0D5"/>
            </a:solidFill>
          </a:ln>
        </p:spPr>
        <p:txBody>
          <a:bodyPr/>
          <a:lstStyle/>
          <a:p>
            <a:pPr lvl="0" algn="l">
              <a:lnSpc>
                <a:spcPct val="100000"/>
              </a:lnSpc>
            </a:pPr>
            <a:endParaRPr lang="en-US" sz="3600" dirty="0">
              <a:ln>
                <a:solidFill>
                  <a:srgbClr val="005092"/>
                </a:solidFill>
              </a:ln>
              <a:solidFill>
                <a:srgbClr val="00509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lnSpc>
                <a:spcPct val="100000"/>
              </a:lnSpc>
            </a:pPr>
            <a:endParaRPr lang="en-US" sz="3600" dirty="0">
              <a:ln>
                <a:solidFill>
                  <a:srgbClr val="005092"/>
                </a:solidFill>
              </a:ln>
              <a:solidFill>
                <a:srgbClr val="00509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lnSpc>
                <a:spcPct val="100000"/>
              </a:lnSpc>
            </a:pPr>
            <a:r>
              <a:rPr lang="en-US" sz="3600" b="1" dirty="0" err="1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600" b="1" dirty="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600" b="1" dirty="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i="1" dirty="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i="1" dirty="0" err="1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600" i="1" dirty="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1)</a:t>
            </a:r>
          </a:p>
          <a:p>
            <a:pPr lvl="0" algn="l">
              <a:lnSpc>
                <a:spcPct val="100000"/>
              </a:lnSpc>
            </a:pPr>
            <a:r>
              <a:rPr lang="vi-VN" sz="3600" dirty="0">
                <a:ln>
                  <a:solidFill>
                    <a:srgbClr val="005092"/>
                  </a:solidFill>
                </a:ln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Giới thiệu về bản thân</a:t>
            </a:r>
          </a:p>
          <a:p>
            <a:pPr lvl="0" algn="l">
              <a:lnSpc>
                <a:spcPct val="100000"/>
              </a:lnSpc>
            </a:pPr>
            <a:r>
              <a:rPr lang="vi-VN" sz="3600" dirty="0">
                <a:ln>
                  <a:solidFill>
                    <a:srgbClr val="005092"/>
                  </a:solidFill>
                </a:ln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Gia đình em</a:t>
            </a:r>
          </a:p>
          <a:p>
            <a:pPr lvl="0" algn="l">
              <a:lnSpc>
                <a:spcPct val="100000"/>
              </a:lnSpc>
            </a:pPr>
            <a:r>
              <a:rPr lang="vi-VN" sz="3600" dirty="0">
                <a:ln>
                  <a:solidFill>
                    <a:srgbClr val="005092"/>
                  </a:solidFill>
                </a:ln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Trường em</a:t>
            </a:r>
          </a:p>
          <a:p>
            <a:pPr lvl="0" algn="l">
              <a:lnSpc>
                <a:spcPct val="100000"/>
              </a:lnSpc>
            </a:pPr>
            <a:endParaRPr lang="en-US" sz="3600" dirty="0">
              <a:ln>
                <a:solidFill>
                  <a:srgbClr val="005092"/>
                </a:solidFill>
              </a:ln>
              <a:solidFill>
                <a:srgbClr val="00509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lnSpc>
                <a:spcPct val="100000"/>
              </a:lnSpc>
            </a:pPr>
            <a:endParaRPr lang="vi-VN" sz="3600" dirty="0">
              <a:ln>
                <a:solidFill>
                  <a:srgbClr val="005092"/>
                </a:solidFill>
              </a:ln>
              <a:solidFill>
                <a:srgbClr val="00509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F8AC7F-AE5A-70E1-1152-E133AD0A6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138" y="3136266"/>
            <a:ext cx="5979117" cy="299793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E97AEBB-62A7-1DAB-C85C-F74C466D1FE6}"/>
              </a:ext>
            </a:extLst>
          </p:cNvPr>
          <p:cNvSpPr/>
          <p:nvPr/>
        </p:nvSpPr>
        <p:spPr>
          <a:xfrm>
            <a:off x="5866138" y="2335313"/>
            <a:ext cx="3714090" cy="70788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Cách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29956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 animBg="1"/>
      <p:bldP spid="5" grpId="0" build="p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416723" y="318815"/>
            <a:ext cx="5574323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968" y="1900399"/>
            <a:ext cx="9426668" cy="377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3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 noGrp="1"/>
          </p:cNvSpPr>
          <p:nvPr>
            <p:ph type="title"/>
          </p:nvPr>
        </p:nvSpPr>
        <p:spPr>
          <a:xfrm>
            <a:off x="1919536" y="2965594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Chúc các em có một buổi học thú vị nhé</a:t>
            </a:r>
            <a:r>
              <a:rPr lang="en-US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352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PRESENTER_ID" val="{3F46BBF5-F625-4E53-9829-E61C7D6C472A}"/>
  <p:tag name="GENSWF_ADVANCE_TIME" val="15.000"/>
  <p:tag name="TIMING" val="|0.001"/>
  <p:tag name="ISPRING_CUSTOM_TIMING_USED" val="1"/>
  <p:tag name="ISPRING_SLIDE_ID_2" val="{F8FADD59-B3E0-4CB5-AFDD-1F2D9FD189B7}"/>
</p:tagLst>
</file>

<file path=ppt/theme/theme1.xml><?xml version="1.0" encoding="utf-8"?>
<a:theme xmlns:a="http://schemas.openxmlformats.org/drawingml/2006/main" name="亮亮图文旗舰店https://liangliangtuwen.tmall.com">
  <a:themeElements>
    <a:clrScheme name="自定义 108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6CBCBC"/>
      </a:accent1>
      <a:accent2>
        <a:srgbClr val="3DCEB5"/>
      </a:accent2>
      <a:accent3>
        <a:srgbClr val="3DB7CF"/>
      </a:accent3>
      <a:accent4>
        <a:srgbClr val="E676A9"/>
      </a:accent4>
      <a:accent5>
        <a:srgbClr val="BAB65E"/>
      </a:accent5>
      <a:accent6>
        <a:srgbClr val="FFB14A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965</TotalTime>
  <Words>189</Words>
  <Application>Microsoft Office PowerPoint</Application>
  <PresentationFormat>Widescreen</PresentationFormat>
  <Paragraphs>32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Century Schoolbook</vt:lpstr>
      <vt:lpstr>Tempus Sans ITC</vt:lpstr>
      <vt:lpstr>Times New Roman</vt:lpstr>
      <vt:lpstr>Wingdings 2</vt:lpstr>
      <vt:lpstr>思源黑体 CN Normal</vt:lpstr>
      <vt:lpstr>亮亮图文旗舰店https://liangliangtuwen.tmall.com</vt:lpstr>
      <vt:lpstr>PowerPoint Presentation</vt:lpstr>
      <vt:lpstr>PowerPoint Presentation</vt:lpstr>
      <vt:lpstr>Mục tiêu</vt:lpstr>
      <vt:lpstr>Hoạt động mở đầu (Khởi động)</vt:lpstr>
      <vt:lpstr>Hoạt động luyện tập</vt:lpstr>
      <vt:lpstr>Hoạt động luyện tập</vt:lpstr>
      <vt:lpstr>Hoạt động vận dụng</vt:lpstr>
      <vt:lpstr>Hoạt động đánh giá</vt:lpstr>
      <vt:lpstr>Chúc các em có một buổi học thú vị nhé!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卡通可爱萌萌哒 教育教学模板</dc:title>
  <dc:creator>邹雪涵</dc:creator>
  <cp:lastModifiedBy>Hoai Chuong Nguyen</cp:lastModifiedBy>
  <cp:revision>155</cp:revision>
  <dcterms:created xsi:type="dcterms:W3CDTF">2017-05-10T09:07:55Z</dcterms:created>
  <dcterms:modified xsi:type="dcterms:W3CDTF">2026-03-23T16:53:55Z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